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60" r:id="rId2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730"/>
    <a:srgbClr val="D9D9D9"/>
    <a:srgbClr val="0E1117"/>
    <a:srgbClr val="F0F2F6"/>
    <a:srgbClr val="EFE9E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8" autoAdjust="0"/>
    <p:restoredTop sz="94660"/>
  </p:normalViewPr>
  <p:slideViewPr>
    <p:cSldViewPr snapToGrid="0">
      <p:cViewPr>
        <p:scale>
          <a:sx n="125" d="100"/>
          <a:sy n="125" d="100"/>
        </p:scale>
        <p:origin x="2488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5696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7793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7458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9336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1000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8471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8322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493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2834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6026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6314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0E6A5-A9A9-49D6-AF07-06296CFB1A84}" type="datetimeFigureOut">
              <a:rPr lang="nl-NL" smtClean="0"/>
              <a:t>25-8-2025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5D9F4D-4176-4D89-AEBB-D66D513AB8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3092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BD9F6-DFFA-D928-93BF-A946B0184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AB3F0C-4163-46C4-8182-37082CB1C614}"/>
              </a:ext>
            </a:extLst>
          </p:cNvPr>
          <p:cNvSpPr/>
          <p:nvPr/>
        </p:nvSpPr>
        <p:spPr>
          <a:xfrm>
            <a:off x="0" y="0"/>
            <a:ext cx="3600450" cy="3600450"/>
          </a:xfrm>
          <a:prstGeom prst="rect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D9E5B5BB-B5D8-04C7-F77F-00D77ECE49C6}"/>
              </a:ext>
            </a:extLst>
          </p:cNvPr>
          <p:cNvSpPr/>
          <p:nvPr/>
        </p:nvSpPr>
        <p:spPr>
          <a:xfrm rot="16200000">
            <a:off x="40875" y="861665"/>
            <a:ext cx="277916" cy="285104"/>
          </a:xfrm>
          <a:prstGeom prst="rtTriangl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0BF513-E61E-AD0D-7435-173D3DA61EFC}"/>
              </a:ext>
            </a:extLst>
          </p:cNvPr>
          <p:cNvSpPr/>
          <p:nvPr/>
        </p:nvSpPr>
        <p:spPr>
          <a:xfrm flipH="1">
            <a:off x="2646959" y="865257"/>
            <a:ext cx="591366" cy="27791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57EE52-A987-F89B-4173-5223F570DA7B}"/>
              </a:ext>
            </a:extLst>
          </p:cNvPr>
          <p:cNvSpPr/>
          <p:nvPr/>
        </p:nvSpPr>
        <p:spPr>
          <a:xfrm>
            <a:off x="322210" y="865257"/>
            <a:ext cx="758604" cy="27791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91704D-8C66-BD3C-37E1-45E56A240CBA}"/>
              </a:ext>
            </a:extLst>
          </p:cNvPr>
          <p:cNvSpPr/>
          <p:nvPr/>
        </p:nvSpPr>
        <p:spPr>
          <a:xfrm>
            <a:off x="230149" y="2200145"/>
            <a:ext cx="1011911" cy="21044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31204B-A753-5EAF-5177-47DD9452985D}"/>
              </a:ext>
            </a:extLst>
          </p:cNvPr>
          <p:cNvSpPr/>
          <p:nvPr/>
        </p:nvSpPr>
        <p:spPr>
          <a:xfrm>
            <a:off x="2167632" y="2200145"/>
            <a:ext cx="1033079" cy="21044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22653EB-6C35-F430-198A-7592432E3277}"/>
              </a:ext>
            </a:extLst>
          </p:cNvPr>
          <p:cNvGrpSpPr/>
          <p:nvPr/>
        </p:nvGrpSpPr>
        <p:grpSpPr>
          <a:xfrm>
            <a:off x="2741342" y="1203130"/>
            <a:ext cx="859108" cy="963895"/>
            <a:chOff x="8871790" y="2200715"/>
            <a:chExt cx="1883832" cy="963895"/>
          </a:xfrm>
          <a:solidFill>
            <a:srgbClr val="000000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4552374-75B4-A035-FE83-6C832979C921}"/>
                </a:ext>
              </a:extLst>
            </p:cNvPr>
            <p:cNvSpPr/>
            <p:nvPr/>
          </p:nvSpPr>
          <p:spPr>
            <a:xfrm flipH="1">
              <a:off x="8871790" y="2884916"/>
              <a:ext cx="1033079" cy="279694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8E3B379-026F-684D-8FC1-1CA73D46FA43}"/>
                </a:ext>
              </a:extLst>
            </p:cNvPr>
            <p:cNvSpPr/>
            <p:nvPr/>
          </p:nvSpPr>
          <p:spPr>
            <a:xfrm flipH="1">
              <a:off x="9082086" y="2200715"/>
              <a:ext cx="1673536" cy="27791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410C6A7-78D3-32DD-3EB8-EBB96FF65556}"/>
                </a:ext>
              </a:extLst>
            </p:cNvPr>
            <p:cNvSpPr/>
            <p:nvPr/>
          </p:nvSpPr>
          <p:spPr>
            <a:xfrm flipH="1">
              <a:off x="9082086" y="2552650"/>
              <a:ext cx="1319861" cy="27791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24" name="Right Triangle 23">
              <a:extLst>
                <a:ext uri="{FF2B5EF4-FFF2-40B4-BE49-F238E27FC236}">
                  <a16:creationId xmlns:a16="http://schemas.microsoft.com/office/drawing/2014/main" id="{21324F2C-05D0-B55F-DE35-6846B8F5A6B6}"/>
                </a:ext>
              </a:extLst>
            </p:cNvPr>
            <p:cNvSpPr/>
            <p:nvPr/>
          </p:nvSpPr>
          <p:spPr>
            <a:xfrm rot="10800000" flipH="1">
              <a:off x="9896034" y="2884919"/>
              <a:ext cx="342149" cy="279691"/>
            </a:xfrm>
            <a:prstGeom prst="rtTriangl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B958F2B-1502-0492-56AD-FC89A842789E}"/>
              </a:ext>
            </a:extLst>
          </p:cNvPr>
          <p:cNvGrpSpPr/>
          <p:nvPr/>
        </p:nvGrpSpPr>
        <p:grpSpPr>
          <a:xfrm>
            <a:off x="-1" y="1203130"/>
            <a:ext cx="843281" cy="974848"/>
            <a:chOff x="1688717" y="2200715"/>
            <a:chExt cx="2188548" cy="974848"/>
          </a:xfrm>
          <a:solidFill>
            <a:srgbClr val="000000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369EC5E-4244-F103-A7E9-939B8D036D46}"/>
                </a:ext>
              </a:extLst>
            </p:cNvPr>
            <p:cNvSpPr/>
            <p:nvPr/>
          </p:nvSpPr>
          <p:spPr>
            <a:xfrm>
              <a:off x="1688717" y="2200715"/>
              <a:ext cx="1797769" cy="27791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24E68A6-06E2-6709-D0C8-2EB467704690}"/>
                </a:ext>
              </a:extLst>
            </p:cNvPr>
            <p:cNvSpPr/>
            <p:nvPr/>
          </p:nvSpPr>
          <p:spPr>
            <a:xfrm>
              <a:off x="2228851" y="2552650"/>
              <a:ext cx="1257636" cy="27791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F70C3D4-5620-35FD-345B-087F3B5D10B8}"/>
                </a:ext>
              </a:extLst>
            </p:cNvPr>
            <p:cNvGrpSpPr/>
            <p:nvPr/>
          </p:nvGrpSpPr>
          <p:grpSpPr>
            <a:xfrm>
              <a:off x="2421488" y="2895869"/>
              <a:ext cx="1455777" cy="279694"/>
              <a:chOff x="2322326" y="2274073"/>
              <a:chExt cx="1627843" cy="333955"/>
            </a:xfrm>
            <a:grpFill/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D440181-CA10-621C-482A-A3966D5EDB22}"/>
                  </a:ext>
                </a:extLst>
              </p:cNvPr>
              <p:cNvSpPr/>
              <p:nvPr/>
            </p:nvSpPr>
            <p:spPr>
              <a:xfrm>
                <a:off x="2727325" y="2274073"/>
                <a:ext cx="1222844" cy="333955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/>
              </a:p>
            </p:txBody>
          </p:sp>
          <p:sp>
            <p:nvSpPr>
              <p:cNvPr id="30" name="Right Triangle 29">
                <a:extLst>
                  <a:ext uri="{FF2B5EF4-FFF2-40B4-BE49-F238E27FC236}">
                    <a16:creationId xmlns:a16="http://schemas.microsoft.com/office/drawing/2014/main" id="{0CD63C23-6628-CA90-876A-63F69CAC3CA3}"/>
                  </a:ext>
                </a:extLst>
              </p:cNvPr>
              <p:cNvSpPr/>
              <p:nvPr/>
            </p:nvSpPr>
            <p:spPr>
              <a:xfrm rot="10800000">
                <a:off x="2322326" y="2274076"/>
                <a:ext cx="404998" cy="333952"/>
              </a:xfrm>
              <a:prstGeom prst="rtTriangle">
                <a:avLst/>
              </a:prstGeom>
              <a:grp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BBDADDA-0200-CA11-F3E7-9FF97A797565}"/>
              </a:ext>
            </a:extLst>
          </p:cNvPr>
          <p:cNvSpPr txBox="1"/>
          <p:nvPr/>
        </p:nvSpPr>
        <p:spPr>
          <a:xfrm>
            <a:off x="759796" y="189736"/>
            <a:ext cx="2040943" cy="229293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sz="14300" b="1" dirty="0">
                <a:solidFill>
                  <a:schemeClr val="bg1">
                    <a:lumMod val="85000"/>
                  </a:schemeClr>
                </a:solidFill>
                <a:latin typeface="Haettenschweiler" panose="020B0706040902060204" pitchFamily="34" charset="0"/>
              </a:rPr>
              <a:t>SW</a:t>
            </a:r>
            <a:endParaRPr lang="nl-NL" sz="14300" b="1" dirty="0">
              <a:solidFill>
                <a:schemeClr val="bg1">
                  <a:lumMod val="85000"/>
                </a:schemeClr>
              </a:solidFill>
              <a:latin typeface="Haettenschweiler" panose="020B070604090206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74642E-7ADA-D94D-C9A0-5139A4CAE7CA}"/>
              </a:ext>
            </a:extLst>
          </p:cNvPr>
          <p:cNvSpPr/>
          <p:nvPr/>
        </p:nvSpPr>
        <p:spPr>
          <a:xfrm>
            <a:off x="0" y="559624"/>
            <a:ext cx="3553432" cy="305629"/>
          </a:xfrm>
          <a:prstGeom prst="rect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4FDCBA-7CC7-DDA4-7926-32E39101E31A}"/>
              </a:ext>
            </a:extLst>
          </p:cNvPr>
          <p:cNvSpPr/>
          <p:nvPr/>
        </p:nvSpPr>
        <p:spPr>
          <a:xfrm>
            <a:off x="245110" y="2146714"/>
            <a:ext cx="7849034" cy="87167"/>
          </a:xfrm>
          <a:prstGeom prst="rect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4" name="Right Triangle 33">
            <a:extLst>
              <a:ext uri="{FF2B5EF4-FFF2-40B4-BE49-F238E27FC236}">
                <a16:creationId xmlns:a16="http://schemas.microsoft.com/office/drawing/2014/main" id="{BAE4EBD7-3154-E24D-C8B9-C9BB257590C2}"/>
              </a:ext>
            </a:extLst>
          </p:cNvPr>
          <p:cNvSpPr/>
          <p:nvPr/>
        </p:nvSpPr>
        <p:spPr>
          <a:xfrm>
            <a:off x="-138812" y="1049631"/>
            <a:ext cx="2368547" cy="1882941"/>
          </a:xfrm>
          <a:prstGeom prst="rtTriangle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B5BE5700-9074-E2E5-EC2B-D1D0CD928B8A}"/>
              </a:ext>
            </a:extLst>
          </p:cNvPr>
          <p:cNvSpPr/>
          <p:nvPr/>
        </p:nvSpPr>
        <p:spPr>
          <a:xfrm flipH="1">
            <a:off x="1436148" y="1049630"/>
            <a:ext cx="2283854" cy="1882941"/>
          </a:xfrm>
          <a:prstGeom prst="rtTriangle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Right Triangle 35">
            <a:extLst>
              <a:ext uri="{FF2B5EF4-FFF2-40B4-BE49-F238E27FC236}">
                <a16:creationId xmlns:a16="http://schemas.microsoft.com/office/drawing/2014/main" id="{88F9DB57-7EB8-63E4-1281-74F442DCE0E5}"/>
              </a:ext>
            </a:extLst>
          </p:cNvPr>
          <p:cNvSpPr/>
          <p:nvPr/>
        </p:nvSpPr>
        <p:spPr>
          <a:xfrm rot="5400000" flipH="1">
            <a:off x="3267199" y="836379"/>
            <a:ext cx="277923" cy="335671"/>
          </a:xfrm>
          <a:prstGeom prst="rtTriangl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8EB1FB6-9989-D123-A312-A639CCE798FB}"/>
              </a:ext>
            </a:extLst>
          </p:cNvPr>
          <p:cNvSpPr/>
          <p:nvPr/>
        </p:nvSpPr>
        <p:spPr>
          <a:xfrm>
            <a:off x="507353" y="2230943"/>
            <a:ext cx="2589673" cy="1828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E9517E-0536-50E7-00B4-7DE064845C47}"/>
              </a:ext>
            </a:extLst>
          </p:cNvPr>
          <p:cNvSpPr/>
          <p:nvPr/>
        </p:nvSpPr>
        <p:spPr>
          <a:xfrm>
            <a:off x="1188390" y="2444679"/>
            <a:ext cx="1190625" cy="14627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330A0560-E3E2-183B-6DAD-5CE71ACF17BA}"/>
              </a:ext>
            </a:extLst>
          </p:cNvPr>
          <p:cNvSpPr>
            <a:spLocks noChangeAspect="1"/>
          </p:cNvSpPr>
          <p:nvPr/>
        </p:nvSpPr>
        <p:spPr>
          <a:xfrm flipH="1">
            <a:off x="2697120" y="2202429"/>
            <a:ext cx="438530" cy="361550"/>
          </a:xfrm>
          <a:prstGeom prst="rtTriangle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AEA0E94F-5BB6-F37D-81EE-5A2761AD7F9D}"/>
              </a:ext>
            </a:extLst>
          </p:cNvPr>
          <p:cNvSpPr>
            <a:spLocks noChangeAspect="1"/>
          </p:cNvSpPr>
          <p:nvPr/>
        </p:nvSpPr>
        <p:spPr>
          <a:xfrm flipH="1">
            <a:off x="1952846" y="2436948"/>
            <a:ext cx="438530" cy="361550"/>
          </a:xfrm>
          <a:prstGeom prst="rtTriangle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Right Triangle 40">
            <a:extLst>
              <a:ext uri="{FF2B5EF4-FFF2-40B4-BE49-F238E27FC236}">
                <a16:creationId xmlns:a16="http://schemas.microsoft.com/office/drawing/2014/main" id="{9D702258-407C-CFA7-B66C-FCC333F010A2}"/>
              </a:ext>
            </a:extLst>
          </p:cNvPr>
          <p:cNvSpPr>
            <a:spLocks noChangeAspect="1"/>
          </p:cNvSpPr>
          <p:nvPr/>
        </p:nvSpPr>
        <p:spPr>
          <a:xfrm>
            <a:off x="462723" y="2190799"/>
            <a:ext cx="438912" cy="365760"/>
          </a:xfrm>
          <a:prstGeom prst="rtTriangle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Right Triangle 41">
            <a:extLst>
              <a:ext uri="{FF2B5EF4-FFF2-40B4-BE49-F238E27FC236}">
                <a16:creationId xmlns:a16="http://schemas.microsoft.com/office/drawing/2014/main" id="{F2053032-A287-AB1C-8647-E90A2A1A88BF}"/>
              </a:ext>
            </a:extLst>
          </p:cNvPr>
          <p:cNvSpPr>
            <a:spLocks noChangeAspect="1"/>
          </p:cNvSpPr>
          <p:nvPr/>
        </p:nvSpPr>
        <p:spPr>
          <a:xfrm>
            <a:off x="1173979" y="2430081"/>
            <a:ext cx="438912" cy="365760"/>
          </a:xfrm>
          <a:prstGeom prst="rtTriangle">
            <a:avLst/>
          </a:prstGeom>
          <a:solidFill>
            <a:srgbClr val="2627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6BDE2DD6-A327-53BD-75C0-A02CECEF6114}"/>
              </a:ext>
            </a:extLst>
          </p:cNvPr>
          <p:cNvSpPr/>
          <p:nvPr/>
        </p:nvSpPr>
        <p:spPr>
          <a:xfrm>
            <a:off x="1476519" y="2233906"/>
            <a:ext cx="652463" cy="582284"/>
          </a:xfrm>
          <a:prstGeom prst="star5">
            <a:avLst/>
          </a:prstGeom>
          <a:solidFill>
            <a:srgbClr val="26273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28181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Haettenschweiler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Erdogan Taskesen</dc:creator>
  <cp:lastModifiedBy>E T</cp:lastModifiedBy>
  <cp:revision>15</cp:revision>
  <dcterms:created xsi:type="dcterms:W3CDTF">2024-07-06T10:39:37Z</dcterms:created>
  <dcterms:modified xsi:type="dcterms:W3CDTF">2025-08-25T11:31:05Z</dcterms:modified>
</cp:coreProperties>
</file>