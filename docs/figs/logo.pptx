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sldIdLst>
    <p:sldId id="256" r:id="rId2"/>
    <p:sldId id="258" r:id="rId3"/>
    <p:sldId id="257" r:id="rId4"/>
    <p:sldId id="259" r:id="rId5"/>
    <p:sldId id="260" r:id="rId6"/>
  </p:sldIdLst>
  <p:sldSz cx="9601200" cy="27432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62730"/>
    <a:srgbClr val="D9D9D9"/>
    <a:srgbClr val="0E1117"/>
    <a:srgbClr val="F0F2F6"/>
    <a:srgbClr val="EFE9E7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 varScale="1">
        <p:scale>
          <a:sx n="136" d="100"/>
          <a:sy n="136" d="100"/>
        </p:scale>
        <p:origin x="92" y="1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00150" y="448945"/>
            <a:ext cx="7200900" cy="955040"/>
          </a:xfrm>
        </p:spPr>
        <p:txBody>
          <a:bodyPr anchor="b"/>
          <a:lstStyle>
            <a:lvl1pPr algn="ctr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00150" y="1440815"/>
            <a:ext cx="7200900" cy="662305"/>
          </a:xfrm>
        </p:spPr>
        <p:txBody>
          <a:bodyPr/>
          <a:lstStyle>
            <a:lvl1pPr marL="0" indent="0" algn="ctr">
              <a:buNone/>
              <a:defRPr sz="960"/>
            </a:lvl1pPr>
            <a:lvl2pPr marL="182880" indent="0" algn="ctr">
              <a:buNone/>
              <a:defRPr sz="800"/>
            </a:lvl2pPr>
            <a:lvl3pPr marL="365760" indent="0" algn="ctr">
              <a:buNone/>
              <a:defRPr sz="720"/>
            </a:lvl3pPr>
            <a:lvl4pPr marL="548640" indent="0" algn="ctr">
              <a:buNone/>
              <a:defRPr sz="640"/>
            </a:lvl4pPr>
            <a:lvl5pPr marL="731520" indent="0" algn="ctr">
              <a:buNone/>
              <a:defRPr sz="640"/>
            </a:lvl5pPr>
            <a:lvl6pPr marL="914400" indent="0" algn="ctr">
              <a:buNone/>
              <a:defRPr sz="640"/>
            </a:lvl6pPr>
            <a:lvl7pPr marL="1097280" indent="0" algn="ctr">
              <a:buNone/>
              <a:defRPr sz="640"/>
            </a:lvl7pPr>
            <a:lvl8pPr marL="1280160" indent="0" algn="ctr">
              <a:buNone/>
              <a:defRPr sz="640"/>
            </a:lvl8pPr>
            <a:lvl9pPr marL="1463040" indent="0" algn="ctr">
              <a:buNone/>
              <a:defRPr sz="64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0E6A5-A9A9-49D6-AF07-06296CFB1A84}" type="datetimeFigureOut">
              <a:rPr lang="nl-NL" smtClean="0"/>
              <a:t>25-8-2025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5D9F4D-4176-4D89-AEBB-D66D513AB822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0694169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0E6A5-A9A9-49D6-AF07-06296CFB1A84}" type="datetimeFigureOut">
              <a:rPr lang="nl-NL" smtClean="0"/>
              <a:t>25-8-2025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5D9F4D-4176-4D89-AEBB-D66D513AB822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9718234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5082" y="683895"/>
            <a:ext cx="8281035" cy="1141095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5082" y="1835785"/>
            <a:ext cx="8281035" cy="600075"/>
          </a:xfrm>
        </p:spPr>
        <p:txBody>
          <a:bodyPr/>
          <a:lstStyle>
            <a:lvl1pPr marL="0" indent="0">
              <a:buNone/>
              <a:defRPr sz="960">
                <a:solidFill>
                  <a:schemeClr val="tx1">
                    <a:tint val="82000"/>
                  </a:schemeClr>
                </a:solidFill>
              </a:defRPr>
            </a:lvl1pPr>
            <a:lvl2pPr marL="182880" indent="0">
              <a:buNone/>
              <a:defRPr sz="800">
                <a:solidFill>
                  <a:schemeClr val="tx1">
                    <a:tint val="82000"/>
                  </a:schemeClr>
                </a:solidFill>
              </a:defRPr>
            </a:lvl2pPr>
            <a:lvl3pPr marL="365760" indent="0">
              <a:buNone/>
              <a:defRPr sz="720">
                <a:solidFill>
                  <a:schemeClr val="tx1">
                    <a:tint val="82000"/>
                  </a:schemeClr>
                </a:solidFill>
              </a:defRPr>
            </a:lvl3pPr>
            <a:lvl4pPr marL="548640" indent="0">
              <a:buNone/>
              <a:defRPr sz="640">
                <a:solidFill>
                  <a:schemeClr val="tx1">
                    <a:tint val="82000"/>
                  </a:schemeClr>
                </a:solidFill>
              </a:defRPr>
            </a:lvl4pPr>
            <a:lvl5pPr marL="731520" indent="0">
              <a:buNone/>
              <a:defRPr sz="640">
                <a:solidFill>
                  <a:schemeClr val="tx1">
                    <a:tint val="82000"/>
                  </a:schemeClr>
                </a:solidFill>
              </a:defRPr>
            </a:lvl5pPr>
            <a:lvl6pPr marL="914400" indent="0">
              <a:buNone/>
              <a:defRPr sz="640">
                <a:solidFill>
                  <a:schemeClr val="tx1">
                    <a:tint val="82000"/>
                  </a:schemeClr>
                </a:solidFill>
              </a:defRPr>
            </a:lvl6pPr>
            <a:lvl7pPr marL="1097280" indent="0">
              <a:buNone/>
              <a:defRPr sz="640">
                <a:solidFill>
                  <a:schemeClr val="tx1">
                    <a:tint val="82000"/>
                  </a:schemeClr>
                </a:solidFill>
              </a:defRPr>
            </a:lvl7pPr>
            <a:lvl8pPr marL="1280160" indent="0">
              <a:buNone/>
              <a:defRPr sz="640">
                <a:solidFill>
                  <a:schemeClr val="tx1">
                    <a:tint val="82000"/>
                  </a:schemeClr>
                </a:solidFill>
              </a:defRPr>
            </a:lvl8pPr>
            <a:lvl9pPr marL="1463040" indent="0">
              <a:buNone/>
              <a:defRPr sz="64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0E6A5-A9A9-49D6-AF07-06296CFB1A84}" type="datetimeFigureOut">
              <a:rPr lang="nl-NL" smtClean="0"/>
              <a:t>25-8-2025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5D9F4D-4176-4D89-AEBB-D66D513AB822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1168188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60083" y="730250"/>
            <a:ext cx="4080510" cy="174053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60608" y="730250"/>
            <a:ext cx="4080510" cy="174053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0E6A5-A9A9-49D6-AF07-06296CFB1A84}" type="datetimeFigureOut">
              <a:rPr lang="nl-NL" smtClean="0"/>
              <a:t>25-8-2025</a:t>
            </a:fld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5D9F4D-4176-4D89-AEBB-D66D513AB822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6485933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1333" y="146050"/>
            <a:ext cx="8281035" cy="5302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1334" y="672465"/>
            <a:ext cx="4061757" cy="329565"/>
          </a:xfrm>
        </p:spPr>
        <p:txBody>
          <a:bodyPr anchor="b"/>
          <a:lstStyle>
            <a:lvl1pPr marL="0" indent="0">
              <a:buNone/>
              <a:defRPr sz="960" b="1"/>
            </a:lvl1pPr>
            <a:lvl2pPr marL="182880" indent="0">
              <a:buNone/>
              <a:defRPr sz="800" b="1"/>
            </a:lvl2pPr>
            <a:lvl3pPr marL="365760" indent="0">
              <a:buNone/>
              <a:defRPr sz="720" b="1"/>
            </a:lvl3pPr>
            <a:lvl4pPr marL="548640" indent="0">
              <a:buNone/>
              <a:defRPr sz="640" b="1"/>
            </a:lvl4pPr>
            <a:lvl5pPr marL="731520" indent="0">
              <a:buNone/>
              <a:defRPr sz="640" b="1"/>
            </a:lvl5pPr>
            <a:lvl6pPr marL="914400" indent="0">
              <a:buNone/>
              <a:defRPr sz="640" b="1"/>
            </a:lvl6pPr>
            <a:lvl7pPr marL="1097280" indent="0">
              <a:buNone/>
              <a:defRPr sz="640" b="1"/>
            </a:lvl7pPr>
            <a:lvl8pPr marL="1280160" indent="0">
              <a:buNone/>
              <a:defRPr sz="640" b="1"/>
            </a:lvl8pPr>
            <a:lvl9pPr marL="1463040" indent="0">
              <a:buNone/>
              <a:defRPr sz="6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1334" y="1002030"/>
            <a:ext cx="4061757" cy="147383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60607" y="672465"/>
            <a:ext cx="4081761" cy="329565"/>
          </a:xfrm>
        </p:spPr>
        <p:txBody>
          <a:bodyPr anchor="b"/>
          <a:lstStyle>
            <a:lvl1pPr marL="0" indent="0">
              <a:buNone/>
              <a:defRPr sz="960" b="1"/>
            </a:lvl1pPr>
            <a:lvl2pPr marL="182880" indent="0">
              <a:buNone/>
              <a:defRPr sz="800" b="1"/>
            </a:lvl2pPr>
            <a:lvl3pPr marL="365760" indent="0">
              <a:buNone/>
              <a:defRPr sz="720" b="1"/>
            </a:lvl3pPr>
            <a:lvl4pPr marL="548640" indent="0">
              <a:buNone/>
              <a:defRPr sz="640" b="1"/>
            </a:lvl4pPr>
            <a:lvl5pPr marL="731520" indent="0">
              <a:buNone/>
              <a:defRPr sz="640" b="1"/>
            </a:lvl5pPr>
            <a:lvl6pPr marL="914400" indent="0">
              <a:buNone/>
              <a:defRPr sz="640" b="1"/>
            </a:lvl6pPr>
            <a:lvl7pPr marL="1097280" indent="0">
              <a:buNone/>
              <a:defRPr sz="640" b="1"/>
            </a:lvl7pPr>
            <a:lvl8pPr marL="1280160" indent="0">
              <a:buNone/>
              <a:defRPr sz="640" b="1"/>
            </a:lvl8pPr>
            <a:lvl9pPr marL="1463040" indent="0">
              <a:buNone/>
              <a:defRPr sz="6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60607" y="1002030"/>
            <a:ext cx="4081761" cy="147383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0E6A5-A9A9-49D6-AF07-06296CFB1A84}" type="datetimeFigureOut">
              <a:rPr lang="nl-NL" smtClean="0"/>
              <a:t>25-8-2025</a:t>
            </a:fld>
            <a:endParaRPr lang="nl-N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5D9F4D-4176-4D89-AEBB-D66D513AB822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8613821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0E6A5-A9A9-49D6-AF07-06296CFB1A84}" type="datetimeFigureOut">
              <a:rPr lang="nl-NL" smtClean="0"/>
              <a:t>25-8-2025</a:t>
            </a:fld>
            <a:endParaRPr lang="nl-N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5D9F4D-4176-4D89-AEBB-D66D513AB822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2758692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0E6A5-A9A9-49D6-AF07-06296CFB1A84}" type="datetimeFigureOut">
              <a:rPr lang="nl-NL" smtClean="0"/>
              <a:t>25-8-2025</a:t>
            </a:fld>
            <a:endParaRPr lang="nl-N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5D9F4D-4176-4D89-AEBB-D66D513AB822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9422313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1333" y="182880"/>
            <a:ext cx="3096637" cy="640080"/>
          </a:xfrm>
        </p:spPr>
        <p:txBody>
          <a:bodyPr anchor="b"/>
          <a:lstStyle>
            <a:lvl1pPr>
              <a:defRPr sz="12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81760" y="394970"/>
            <a:ext cx="4860608" cy="1949450"/>
          </a:xfrm>
        </p:spPr>
        <p:txBody>
          <a:bodyPr/>
          <a:lstStyle>
            <a:lvl1pPr>
              <a:defRPr sz="1280"/>
            </a:lvl1pPr>
            <a:lvl2pPr>
              <a:defRPr sz="1120"/>
            </a:lvl2pPr>
            <a:lvl3pPr>
              <a:defRPr sz="960"/>
            </a:lvl3pPr>
            <a:lvl4pPr>
              <a:defRPr sz="800"/>
            </a:lvl4pPr>
            <a:lvl5pPr>
              <a:defRPr sz="800"/>
            </a:lvl5pPr>
            <a:lvl6pPr>
              <a:defRPr sz="800"/>
            </a:lvl6pPr>
            <a:lvl7pPr>
              <a:defRPr sz="800"/>
            </a:lvl7pPr>
            <a:lvl8pPr>
              <a:defRPr sz="800"/>
            </a:lvl8pPr>
            <a:lvl9pPr>
              <a:defRPr sz="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61333" y="822960"/>
            <a:ext cx="3096637" cy="1524635"/>
          </a:xfrm>
        </p:spPr>
        <p:txBody>
          <a:bodyPr/>
          <a:lstStyle>
            <a:lvl1pPr marL="0" indent="0">
              <a:buNone/>
              <a:defRPr sz="640"/>
            </a:lvl1pPr>
            <a:lvl2pPr marL="182880" indent="0">
              <a:buNone/>
              <a:defRPr sz="560"/>
            </a:lvl2pPr>
            <a:lvl3pPr marL="365760" indent="0">
              <a:buNone/>
              <a:defRPr sz="480"/>
            </a:lvl3pPr>
            <a:lvl4pPr marL="548640" indent="0">
              <a:buNone/>
              <a:defRPr sz="400"/>
            </a:lvl4pPr>
            <a:lvl5pPr marL="731520" indent="0">
              <a:buNone/>
              <a:defRPr sz="400"/>
            </a:lvl5pPr>
            <a:lvl6pPr marL="914400" indent="0">
              <a:buNone/>
              <a:defRPr sz="400"/>
            </a:lvl6pPr>
            <a:lvl7pPr marL="1097280" indent="0">
              <a:buNone/>
              <a:defRPr sz="400"/>
            </a:lvl7pPr>
            <a:lvl8pPr marL="1280160" indent="0">
              <a:buNone/>
              <a:defRPr sz="400"/>
            </a:lvl8pPr>
            <a:lvl9pPr marL="1463040" indent="0">
              <a:buNone/>
              <a:defRPr sz="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0E6A5-A9A9-49D6-AF07-06296CFB1A84}" type="datetimeFigureOut">
              <a:rPr lang="nl-NL" smtClean="0"/>
              <a:t>25-8-2025</a:t>
            </a:fld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5D9F4D-4176-4D89-AEBB-D66D513AB822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9410243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1333" y="182880"/>
            <a:ext cx="3096637" cy="640080"/>
          </a:xfrm>
        </p:spPr>
        <p:txBody>
          <a:bodyPr anchor="b"/>
          <a:lstStyle>
            <a:lvl1pPr>
              <a:defRPr sz="12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081760" y="394970"/>
            <a:ext cx="4860608" cy="1949450"/>
          </a:xfrm>
        </p:spPr>
        <p:txBody>
          <a:bodyPr anchor="t"/>
          <a:lstStyle>
            <a:lvl1pPr marL="0" indent="0">
              <a:buNone/>
              <a:defRPr sz="1280"/>
            </a:lvl1pPr>
            <a:lvl2pPr marL="182880" indent="0">
              <a:buNone/>
              <a:defRPr sz="1120"/>
            </a:lvl2pPr>
            <a:lvl3pPr marL="365760" indent="0">
              <a:buNone/>
              <a:defRPr sz="960"/>
            </a:lvl3pPr>
            <a:lvl4pPr marL="548640" indent="0">
              <a:buNone/>
              <a:defRPr sz="800"/>
            </a:lvl4pPr>
            <a:lvl5pPr marL="731520" indent="0">
              <a:buNone/>
              <a:defRPr sz="800"/>
            </a:lvl5pPr>
            <a:lvl6pPr marL="914400" indent="0">
              <a:buNone/>
              <a:defRPr sz="800"/>
            </a:lvl6pPr>
            <a:lvl7pPr marL="1097280" indent="0">
              <a:buNone/>
              <a:defRPr sz="800"/>
            </a:lvl7pPr>
            <a:lvl8pPr marL="1280160" indent="0">
              <a:buNone/>
              <a:defRPr sz="800"/>
            </a:lvl8pPr>
            <a:lvl9pPr marL="1463040" indent="0">
              <a:buNone/>
              <a:defRPr sz="8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61333" y="822960"/>
            <a:ext cx="3096637" cy="1524635"/>
          </a:xfrm>
        </p:spPr>
        <p:txBody>
          <a:bodyPr/>
          <a:lstStyle>
            <a:lvl1pPr marL="0" indent="0">
              <a:buNone/>
              <a:defRPr sz="640"/>
            </a:lvl1pPr>
            <a:lvl2pPr marL="182880" indent="0">
              <a:buNone/>
              <a:defRPr sz="560"/>
            </a:lvl2pPr>
            <a:lvl3pPr marL="365760" indent="0">
              <a:buNone/>
              <a:defRPr sz="480"/>
            </a:lvl3pPr>
            <a:lvl4pPr marL="548640" indent="0">
              <a:buNone/>
              <a:defRPr sz="400"/>
            </a:lvl4pPr>
            <a:lvl5pPr marL="731520" indent="0">
              <a:buNone/>
              <a:defRPr sz="400"/>
            </a:lvl5pPr>
            <a:lvl6pPr marL="914400" indent="0">
              <a:buNone/>
              <a:defRPr sz="400"/>
            </a:lvl6pPr>
            <a:lvl7pPr marL="1097280" indent="0">
              <a:buNone/>
              <a:defRPr sz="400"/>
            </a:lvl7pPr>
            <a:lvl8pPr marL="1280160" indent="0">
              <a:buNone/>
              <a:defRPr sz="400"/>
            </a:lvl8pPr>
            <a:lvl9pPr marL="1463040" indent="0">
              <a:buNone/>
              <a:defRPr sz="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0E6A5-A9A9-49D6-AF07-06296CFB1A84}" type="datetimeFigureOut">
              <a:rPr lang="nl-NL" smtClean="0"/>
              <a:t>25-8-2025</a:t>
            </a:fld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5D9F4D-4176-4D89-AEBB-D66D513AB822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2314286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0E6A5-A9A9-49D6-AF07-06296CFB1A84}" type="datetimeFigureOut">
              <a:rPr lang="nl-NL" smtClean="0"/>
              <a:t>25-8-2025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5D9F4D-4176-4D89-AEBB-D66D513AB822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8877924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0859" y="146050"/>
            <a:ext cx="2070259" cy="2324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60083" y="146050"/>
            <a:ext cx="6090761" cy="232473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0E6A5-A9A9-49D6-AF07-06296CFB1A84}" type="datetimeFigureOut">
              <a:rPr lang="nl-NL" smtClean="0"/>
              <a:t>25-8-2025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5D9F4D-4176-4D89-AEBB-D66D513AB822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7172283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60083" y="146050"/>
            <a:ext cx="8281035" cy="530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0083" y="730250"/>
            <a:ext cx="8281035" cy="17405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60083" y="2542540"/>
            <a:ext cx="2160270" cy="146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E00E6A5-A9A9-49D6-AF07-06296CFB1A84}" type="datetimeFigureOut">
              <a:rPr lang="nl-NL" smtClean="0"/>
              <a:t>25-8-2025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80398" y="2542540"/>
            <a:ext cx="3240405" cy="146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780848" y="2542540"/>
            <a:ext cx="2160270" cy="146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85D9F4D-4176-4D89-AEBB-D66D513AB822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0513323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365760" rtl="0" eaLnBrk="1" latinLnBrk="0" hangingPunct="1">
        <a:lnSpc>
          <a:spcPct val="90000"/>
        </a:lnSpc>
        <a:spcBef>
          <a:spcPct val="0"/>
        </a:spcBef>
        <a:buNone/>
        <a:defRPr sz="176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36576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120" kern="1200">
          <a:solidFill>
            <a:schemeClr val="tx1"/>
          </a:solidFill>
          <a:latin typeface="+mn-lt"/>
          <a:ea typeface="+mn-ea"/>
          <a:cs typeface="+mn-cs"/>
        </a:defRPr>
      </a:lvl1pPr>
      <a:lvl2pPr marL="27432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96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3pPr>
      <a:lvl4pPr marL="64008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720" kern="1200">
          <a:solidFill>
            <a:schemeClr val="tx1"/>
          </a:solidFill>
          <a:latin typeface="+mn-lt"/>
          <a:ea typeface="+mn-ea"/>
          <a:cs typeface="+mn-cs"/>
        </a:defRPr>
      </a:lvl4pPr>
      <a:lvl5pPr marL="82296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720" kern="1200">
          <a:solidFill>
            <a:schemeClr val="tx1"/>
          </a:solidFill>
          <a:latin typeface="+mn-lt"/>
          <a:ea typeface="+mn-ea"/>
          <a:cs typeface="+mn-cs"/>
        </a:defRPr>
      </a:lvl5pPr>
      <a:lvl6pPr marL="100584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720" kern="1200">
          <a:solidFill>
            <a:schemeClr val="tx1"/>
          </a:solidFill>
          <a:latin typeface="+mn-lt"/>
          <a:ea typeface="+mn-ea"/>
          <a:cs typeface="+mn-cs"/>
        </a:defRPr>
      </a:lvl6pPr>
      <a:lvl7pPr marL="118872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720" kern="1200">
          <a:solidFill>
            <a:schemeClr val="tx1"/>
          </a:solidFill>
          <a:latin typeface="+mn-lt"/>
          <a:ea typeface="+mn-ea"/>
          <a:cs typeface="+mn-cs"/>
        </a:defRPr>
      </a:lvl7pPr>
      <a:lvl8pPr marL="137160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720" kern="1200">
          <a:solidFill>
            <a:schemeClr val="tx1"/>
          </a:solidFill>
          <a:latin typeface="+mn-lt"/>
          <a:ea typeface="+mn-ea"/>
          <a:cs typeface="+mn-cs"/>
        </a:defRPr>
      </a:lvl8pPr>
      <a:lvl9pPr marL="155448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7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1pPr>
      <a:lvl2pPr marL="18288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2pPr>
      <a:lvl3pPr marL="36576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3pPr>
      <a:lvl4pPr marL="54864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4pPr>
      <a:lvl5pPr marL="73152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6pPr>
      <a:lvl7pPr marL="109728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7pPr>
      <a:lvl8pPr marL="128016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8pPr>
      <a:lvl9pPr marL="146304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Box 40">
            <a:extLst>
              <a:ext uri="{FF2B5EF4-FFF2-40B4-BE49-F238E27FC236}">
                <a16:creationId xmlns:a16="http://schemas.microsoft.com/office/drawing/2014/main" id="{CE257846-E6E3-87CB-2327-1978F0619098}"/>
              </a:ext>
            </a:extLst>
          </p:cNvPr>
          <p:cNvSpPr txBox="1"/>
          <p:nvPr/>
        </p:nvSpPr>
        <p:spPr>
          <a:xfrm>
            <a:off x="1867236" y="-155704"/>
            <a:ext cx="5801588" cy="2323713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14300" b="1" dirty="0">
                <a:solidFill>
                  <a:srgbClr val="262730"/>
                </a:solidFill>
                <a:latin typeface="Haettenschweiler" panose="020B0706040902060204" pitchFamily="34" charset="0"/>
              </a:rPr>
              <a:t>SKYWALK</a:t>
            </a:r>
            <a:endParaRPr lang="nl-NL" sz="14300" b="1" dirty="0">
              <a:solidFill>
                <a:srgbClr val="262730"/>
              </a:solidFill>
              <a:latin typeface="Haettenschweiler" panose="020B0706040902060204" pitchFamily="34" charset="0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45AB7946-A025-7D82-CFE0-656D622A8548}"/>
              </a:ext>
            </a:extLst>
          </p:cNvPr>
          <p:cNvSpPr/>
          <p:nvPr/>
        </p:nvSpPr>
        <p:spPr>
          <a:xfrm>
            <a:off x="69467" y="214184"/>
            <a:ext cx="9066905" cy="3056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6FCAC7B3-A485-42C3-B227-65FE03FB0184}"/>
              </a:ext>
            </a:extLst>
          </p:cNvPr>
          <p:cNvGrpSpPr/>
          <p:nvPr/>
        </p:nvGrpSpPr>
        <p:grpSpPr>
          <a:xfrm>
            <a:off x="7252539" y="519816"/>
            <a:ext cx="1883833" cy="1301769"/>
            <a:chOff x="8871789" y="1862841"/>
            <a:chExt cx="1883833" cy="1301769"/>
          </a:xfrm>
          <a:solidFill>
            <a:srgbClr val="262730"/>
          </a:solidFill>
          <a:effectLst/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4B61AA74-B974-2D84-1A75-C2495781E26F}"/>
                </a:ext>
              </a:extLst>
            </p:cNvPr>
            <p:cNvSpPr/>
            <p:nvPr/>
          </p:nvSpPr>
          <p:spPr>
            <a:xfrm flipH="1">
              <a:off x="8871790" y="2884916"/>
              <a:ext cx="1033079" cy="279694"/>
            </a:xfrm>
            <a:prstGeom prst="rect">
              <a:avLst/>
            </a:prstGeom>
            <a:grpFill/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335373FB-D01F-65D6-611D-3AA94B0C09B2}"/>
                </a:ext>
              </a:extLst>
            </p:cNvPr>
            <p:cNvSpPr/>
            <p:nvPr/>
          </p:nvSpPr>
          <p:spPr>
            <a:xfrm flipH="1">
              <a:off x="9082086" y="2200715"/>
              <a:ext cx="1673536" cy="277918"/>
            </a:xfrm>
            <a:prstGeom prst="rect">
              <a:avLst/>
            </a:prstGeom>
            <a:grpFill/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0F8385F3-E175-A0D8-69AC-9D5B9DBF9BA8}"/>
                </a:ext>
              </a:extLst>
            </p:cNvPr>
            <p:cNvSpPr/>
            <p:nvPr/>
          </p:nvSpPr>
          <p:spPr>
            <a:xfrm flipH="1">
              <a:off x="9082086" y="2552650"/>
              <a:ext cx="1319861" cy="277918"/>
            </a:xfrm>
            <a:prstGeom prst="rect">
              <a:avLst/>
            </a:prstGeom>
            <a:grpFill/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 dirty="0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D82D3DA4-50A7-826C-C16A-AFA23117EF37}"/>
                </a:ext>
              </a:extLst>
            </p:cNvPr>
            <p:cNvSpPr/>
            <p:nvPr/>
          </p:nvSpPr>
          <p:spPr>
            <a:xfrm flipH="1">
              <a:off x="8871789" y="1862842"/>
              <a:ext cx="1530159" cy="277918"/>
            </a:xfrm>
            <a:prstGeom prst="rect">
              <a:avLst/>
            </a:prstGeom>
            <a:grpFill/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30" name="Right Triangle 29">
              <a:extLst>
                <a:ext uri="{FF2B5EF4-FFF2-40B4-BE49-F238E27FC236}">
                  <a16:creationId xmlns:a16="http://schemas.microsoft.com/office/drawing/2014/main" id="{3516BF11-71FB-E056-38CD-63F4C2FA09F9}"/>
                </a:ext>
              </a:extLst>
            </p:cNvPr>
            <p:cNvSpPr/>
            <p:nvPr/>
          </p:nvSpPr>
          <p:spPr>
            <a:xfrm rot="5400000" flipH="1">
              <a:off x="10424370" y="1833965"/>
              <a:ext cx="277919" cy="335671"/>
            </a:xfrm>
            <a:prstGeom prst="rtTriangle">
              <a:avLst/>
            </a:prstGeom>
            <a:grpFill/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 dirty="0"/>
            </a:p>
          </p:txBody>
        </p:sp>
        <p:sp>
          <p:nvSpPr>
            <p:cNvPr id="31" name="Right Triangle 30">
              <a:extLst>
                <a:ext uri="{FF2B5EF4-FFF2-40B4-BE49-F238E27FC236}">
                  <a16:creationId xmlns:a16="http://schemas.microsoft.com/office/drawing/2014/main" id="{1A11203C-21B0-BCCF-DA91-3A9DA01D8870}"/>
                </a:ext>
              </a:extLst>
            </p:cNvPr>
            <p:cNvSpPr/>
            <p:nvPr/>
          </p:nvSpPr>
          <p:spPr>
            <a:xfrm rot="10800000" flipH="1">
              <a:off x="9896034" y="2884919"/>
              <a:ext cx="342149" cy="279691"/>
            </a:xfrm>
            <a:prstGeom prst="rtTriangle">
              <a:avLst/>
            </a:prstGeom>
            <a:grp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9D4A0E26-C4FA-0904-B96A-65E03CF706F2}"/>
              </a:ext>
            </a:extLst>
          </p:cNvPr>
          <p:cNvGrpSpPr/>
          <p:nvPr/>
        </p:nvGrpSpPr>
        <p:grpSpPr>
          <a:xfrm>
            <a:off x="69467" y="519817"/>
            <a:ext cx="2188548" cy="1312721"/>
            <a:chOff x="1688717" y="1862842"/>
            <a:chExt cx="2188548" cy="1312721"/>
          </a:xfrm>
          <a:solidFill>
            <a:srgbClr val="262730"/>
          </a:solidFill>
          <a:effectLst/>
        </p:grpSpPr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116912B9-63F7-DF2C-0A39-7309B9F01342}"/>
                </a:ext>
              </a:extLst>
            </p:cNvPr>
            <p:cNvGrpSpPr/>
            <p:nvPr/>
          </p:nvGrpSpPr>
          <p:grpSpPr>
            <a:xfrm>
              <a:off x="2421488" y="2895869"/>
              <a:ext cx="1455777" cy="279694"/>
              <a:chOff x="2322326" y="2274073"/>
              <a:chExt cx="1627843" cy="333955"/>
            </a:xfrm>
            <a:grpFill/>
          </p:grpSpPr>
          <p:sp>
            <p:nvSpPr>
              <p:cNvPr id="59" name="Right Triangle 58">
                <a:extLst>
                  <a:ext uri="{FF2B5EF4-FFF2-40B4-BE49-F238E27FC236}">
                    <a16:creationId xmlns:a16="http://schemas.microsoft.com/office/drawing/2014/main" id="{B10FC462-B9D4-EC1D-9042-6EC195EB4D45}"/>
                  </a:ext>
                </a:extLst>
              </p:cNvPr>
              <p:cNvSpPr/>
              <p:nvPr/>
            </p:nvSpPr>
            <p:spPr>
              <a:xfrm rot="10800000">
                <a:off x="2322326" y="2274076"/>
                <a:ext cx="404998" cy="333952"/>
              </a:xfrm>
              <a:prstGeom prst="rtTriangle">
                <a:avLst/>
              </a:prstGeom>
              <a:grpFill/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NL"/>
              </a:p>
            </p:txBody>
          </p:sp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D941B4B7-5062-43E6-3F4A-374DCC37BFA5}"/>
                  </a:ext>
                </a:extLst>
              </p:cNvPr>
              <p:cNvSpPr/>
              <p:nvPr/>
            </p:nvSpPr>
            <p:spPr>
              <a:xfrm>
                <a:off x="2727325" y="2274073"/>
                <a:ext cx="1222844" cy="333955"/>
              </a:xfrm>
              <a:prstGeom prst="rect">
                <a:avLst/>
              </a:prstGeom>
              <a:grpFill/>
              <a:ln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NL" dirty="0"/>
              </a:p>
            </p:txBody>
          </p:sp>
        </p:grp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E289DB8D-5EFF-DA8D-4270-BF7D59DEE61B}"/>
                </a:ext>
              </a:extLst>
            </p:cNvPr>
            <p:cNvSpPr/>
            <p:nvPr/>
          </p:nvSpPr>
          <p:spPr>
            <a:xfrm>
              <a:off x="1688717" y="2200715"/>
              <a:ext cx="1797769" cy="277918"/>
            </a:xfrm>
            <a:prstGeom prst="rect">
              <a:avLst/>
            </a:prstGeom>
            <a:grpFill/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 dirty="0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C979BBB0-62E8-8D99-13BA-0BD148365BEC}"/>
                </a:ext>
              </a:extLst>
            </p:cNvPr>
            <p:cNvSpPr/>
            <p:nvPr/>
          </p:nvSpPr>
          <p:spPr>
            <a:xfrm>
              <a:off x="2228851" y="2552650"/>
              <a:ext cx="1257636" cy="277918"/>
            </a:xfrm>
            <a:prstGeom prst="rect">
              <a:avLst/>
            </a:prstGeom>
            <a:grpFill/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06902B74-55FE-B776-4649-178C166547B2}"/>
                </a:ext>
              </a:extLst>
            </p:cNvPr>
            <p:cNvGrpSpPr/>
            <p:nvPr/>
          </p:nvGrpSpPr>
          <p:grpSpPr>
            <a:xfrm>
              <a:off x="1798772" y="1862842"/>
              <a:ext cx="2078493" cy="277918"/>
              <a:chOff x="967891" y="1850009"/>
              <a:chExt cx="2804286" cy="333955"/>
            </a:xfrm>
            <a:grpFill/>
          </p:grpSpPr>
          <p:sp>
            <p:nvSpPr>
              <p:cNvPr id="57" name="Right Triangle 56">
                <a:extLst>
                  <a:ext uri="{FF2B5EF4-FFF2-40B4-BE49-F238E27FC236}">
                    <a16:creationId xmlns:a16="http://schemas.microsoft.com/office/drawing/2014/main" id="{D52CA8EB-8C82-9C16-F9E3-AB9B35D43FC8}"/>
                  </a:ext>
                </a:extLst>
              </p:cNvPr>
              <p:cNvSpPr/>
              <p:nvPr/>
            </p:nvSpPr>
            <p:spPr>
              <a:xfrm rot="16200000">
                <a:off x="993244" y="1824658"/>
                <a:ext cx="333953" cy="384660"/>
              </a:xfrm>
              <a:prstGeom prst="rtTriangle">
                <a:avLst/>
              </a:prstGeom>
              <a:grpFill/>
              <a:ln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NL"/>
              </a:p>
            </p:txBody>
          </p:sp>
          <p:sp>
            <p:nvSpPr>
              <p:cNvPr id="58" name="Rectangle 57">
                <a:extLst>
                  <a:ext uri="{FF2B5EF4-FFF2-40B4-BE49-F238E27FC236}">
                    <a16:creationId xmlns:a16="http://schemas.microsoft.com/office/drawing/2014/main" id="{D21AB00E-9069-D4B4-DF7C-0DCFD86A0593}"/>
                  </a:ext>
                </a:extLst>
              </p:cNvPr>
              <p:cNvSpPr/>
              <p:nvPr/>
            </p:nvSpPr>
            <p:spPr>
              <a:xfrm>
                <a:off x="1352550" y="1850009"/>
                <a:ext cx="2419627" cy="333955"/>
              </a:xfrm>
              <a:prstGeom prst="rect">
                <a:avLst/>
              </a:prstGeom>
              <a:grpFill/>
              <a:ln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NL"/>
              </a:p>
            </p:txBody>
          </p:sp>
        </p:grpSp>
      </p:grpSp>
      <p:sp>
        <p:nvSpPr>
          <p:cNvPr id="62" name="Rectangle 61">
            <a:extLst>
              <a:ext uri="{FF2B5EF4-FFF2-40B4-BE49-F238E27FC236}">
                <a16:creationId xmlns:a16="http://schemas.microsoft.com/office/drawing/2014/main" id="{BE137F97-5788-2207-20D3-0FE69D991B4D}"/>
              </a:ext>
            </a:extLst>
          </p:cNvPr>
          <p:cNvSpPr/>
          <p:nvPr/>
        </p:nvSpPr>
        <p:spPr>
          <a:xfrm>
            <a:off x="1352550" y="1801274"/>
            <a:ext cx="7849034" cy="8716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154" name="Rectangle 1153">
            <a:extLst>
              <a:ext uri="{FF2B5EF4-FFF2-40B4-BE49-F238E27FC236}">
                <a16:creationId xmlns:a16="http://schemas.microsoft.com/office/drawing/2014/main" id="{C7C6BCE6-8DE9-5F52-F33B-27A310798DCE}"/>
              </a:ext>
            </a:extLst>
          </p:cNvPr>
          <p:cNvSpPr/>
          <p:nvPr/>
        </p:nvSpPr>
        <p:spPr>
          <a:xfrm>
            <a:off x="1337589" y="1854705"/>
            <a:ext cx="1011911" cy="210440"/>
          </a:xfrm>
          <a:prstGeom prst="rect">
            <a:avLst/>
          </a:prstGeom>
          <a:solidFill>
            <a:srgbClr val="262730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155" name="Rectangle 1154">
            <a:extLst>
              <a:ext uri="{FF2B5EF4-FFF2-40B4-BE49-F238E27FC236}">
                <a16:creationId xmlns:a16="http://schemas.microsoft.com/office/drawing/2014/main" id="{018A7361-E33F-4671-2163-AEF7B61266A7}"/>
              </a:ext>
            </a:extLst>
          </p:cNvPr>
          <p:cNvSpPr/>
          <p:nvPr/>
        </p:nvSpPr>
        <p:spPr>
          <a:xfrm>
            <a:off x="7035807" y="1854705"/>
            <a:ext cx="1033079" cy="210440"/>
          </a:xfrm>
          <a:prstGeom prst="rect">
            <a:avLst/>
          </a:prstGeom>
          <a:solidFill>
            <a:srgbClr val="262730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156" name="Right Triangle 1155">
            <a:extLst>
              <a:ext uri="{FF2B5EF4-FFF2-40B4-BE49-F238E27FC236}">
                <a16:creationId xmlns:a16="http://schemas.microsoft.com/office/drawing/2014/main" id="{D1B59F40-3681-6AED-C505-937A56FFBFBF}"/>
              </a:ext>
            </a:extLst>
          </p:cNvPr>
          <p:cNvSpPr/>
          <p:nvPr/>
        </p:nvSpPr>
        <p:spPr>
          <a:xfrm flipH="1">
            <a:off x="7003020" y="704190"/>
            <a:ext cx="2283854" cy="1882941"/>
          </a:xfrm>
          <a:prstGeom prst="rt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157" name="Right Triangle 1156">
            <a:extLst>
              <a:ext uri="{FF2B5EF4-FFF2-40B4-BE49-F238E27FC236}">
                <a16:creationId xmlns:a16="http://schemas.microsoft.com/office/drawing/2014/main" id="{63143478-629B-1BF9-1C51-72184675A498}"/>
              </a:ext>
            </a:extLst>
          </p:cNvPr>
          <p:cNvSpPr/>
          <p:nvPr/>
        </p:nvSpPr>
        <p:spPr>
          <a:xfrm>
            <a:off x="69468" y="704191"/>
            <a:ext cx="2368547" cy="1882941"/>
          </a:xfrm>
          <a:prstGeom prst="rt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grpSp>
        <p:nvGrpSpPr>
          <p:cNvPr id="1167" name="Group 1166">
            <a:extLst>
              <a:ext uri="{FF2B5EF4-FFF2-40B4-BE49-F238E27FC236}">
                <a16:creationId xmlns:a16="http://schemas.microsoft.com/office/drawing/2014/main" id="{4B90E00A-F49D-F32B-22AA-BDA287187E85}"/>
              </a:ext>
            </a:extLst>
          </p:cNvPr>
          <p:cNvGrpSpPr/>
          <p:nvPr/>
        </p:nvGrpSpPr>
        <p:grpSpPr>
          <a:xfrm>
            <a:off x="3417708" y="1845359"/>
            <a:ext cx="2672927" cy="625391"/>
            <a:chOff x="3417708" y="1845359"/>
            <a:chExt cx="2672927" cy="625391"/>
          </a:xfrm>
        </p:grpSpPr>
        <p:sp>
          <p:nvSpPr>
            <p:cNvPr id="1158" name="Rectangle 1157">
              <a:extLst>
                <a:ext uri="{FF2B5EF4-FFF2-40B4-BE49-F238E27FC236}">
                  <a16:creationId xmlns:a16="http://schemas.microsoft.com/office/drawing/2014/main" id="{0D58F211-5656-2FFB-7EAB-7C651FA15D34}"/>
                </a:ext>
              </a:extLst>
            </p:cNvPr>
            <p:cNvSpPr/>
            <p:nvPr/>
          </p:nvSpPr>
          <p:spPr>
            <a:xfrm>
              <a:off x="3462338" y="1885503"/>
              <a:ext cx="2589673" cy="182880"/>
            </a:xfrm>
            <a:prstGeom prst="rect">
              <a:avLst/>
            </a:prstGeom>
            <a:solidFill>
              <a:srgbClr val="262730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159" name="Rectangle 1158">
              <a:extLst>
                <a:ext uri="{FF2B5EF4-FFF2-40B4-BE49-F238E27FC236}">
                  <a16:creationId xmlns:a16="http://schemas.microsoft.com/office/drawing/2014/main" id="{251F04F9-97AE-4FD3-F71C-016CABF5F895}"/>
                </a:ext>
              </a:extLst>
            </p:cNvPr>
            <p:cNvSpPr/>
            <p:nvPr/>
          </p:nvSpPr>
          <p:spPr>
            <a:xfrm>
              <a:off x="4143375" y="2099239"/>
              <a:ext cx="1190625" cy="146278"/>
            </a:xfrm>
            <a:prstGeom prst="rect">
              <a:avLst/>
            </a:prstGeom>
            <a:solidFill>
              <a:srgbClr val="262730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161" name="Right Triangle 1160">
              <a:extLst>
                <a:ext uri="{FF2B5EF4-FFF2-40B4-BE49-F238E27FC236}">
                  <a16:creationId xmlns:a16="http://schemas.microsoft.com/office/drawing/2014/main" id="{AE1B88A5-070C-11BF-00BB-6C8075D4BD44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5652105" y="1856989"/>
              <a:ext cx="438530" cy="361550"/>
            </a:xfrm>
            <a:prstGeom prst="rt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162" name="Right Triangle 1161">
              <a:extLst>
                <a:ext uri="{FF2B5EF4-FFF2-40B4-BE49-F238E27FC236}">
                  <a16:creationId xmlns:a16="http://schemas.microsoft.com/office/drawing/2014/main" id="{1C371F69-8C89-678F-2066-C1D09CE30420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4907831" y="2091508"/>
              <a:ext cx="438530" cy="361550"/>
            </a:xfrm>
            <a:prstGeom prst="rt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163" name="Right Triangle 1162">
              <a:extLst>
                <a:ext uri="{FF2B5EF4-FFF2-40B4-BE49-F238E27FC236}">
                  <a16:creationId xmlns:a16="http://schemas.microsoft.com/office/drawing/2014/main" id="{794CE280-F615-2571-EF2E-EF123FCAC14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417708" y="1845359"/>
              <a:ext cx="438912" cy="365760"/>
            </a:xfrm>
            <a:prstGeom prst="rt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165" name="Right Triangle 1164">
              <a:extLst>
                <a:ext uri="{FF2B5EF4-FFF2-40B4-BE49-F238E27FC236}">
                  <a16:creationId xmlns:a16="http://schemas.microsoft.com/office/drawing/2014/main" id="{9FA0A1AB-9E9A-CB83-3AED-4E22A3B30A8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128964" y="2084641"/>
              <a:ext cx="438912" cy="365760"/>
            </a:xfrm>
            <a:prstGeom prst="rt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166" name="Star: 5 Points 1165">
              <a:extLst>
                <a:ext uri="{FF2B5EF4-FFF2-40B4-BE49-F238E27FC236}">
                  <a16:creationId xmlns:a16="http://schemas.microsoft.com/office/drawing/2014/main" id="{29F18E48-66D0-2F00-4DF0-AC01D41C2923}"/>
                </a:ext>
              </a:extLst>
            </p:cNvPr>
            <p:cNvSpPr/>
            <p:nvPr/>
          </p:nvSpPr>
          <p:spPr>
            <a:xfrm>
              <a:off x="4431504" y="1888466"/>
              <a:ext cx="652463" cy="582284"/>
            </a:xfrm>
            <a:prstGeom prst="star5">
              <a:avLst/>
            </a:prstGeom>
            <a:solidFill>
              <a:srgbClr val="F0F2F6"/>
            </a:solidFill>
            <a:ln>
              <a:solidFill>
                <a:srgbClr val="26273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</p:grpSp>
    </p:spTree>
    <p:extLst>
      <p:ext uri="{BB962C8B-B14F-4D97-AF65-F5344CB8AC3E}">
        <p14:creationId xmlns:p14="http://schemas.microsoft.com/office/powerpoint/2010/main" val="25396058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D42CF80-E486-EDE5-348F-A0B60FED5C15}"/>
              </a:ext>
            </a:extLst>
          </p:cNvPr>
          <p:cNvSpPr/>
          <p:nvPr/>
        </p:nvSpPr>
        <p:spPr>
          <a:xfrm>
            <a:off x="0" y="0"/>
            <a:ext cx="9601200" cy="2743200"/>
          </a:xfrm>
          <a:prstGeom prst="rect">
            <a:avLst/>
          </a:prstGeom>
          <a:solidFill>
            <a:srgbClr val="F0F2F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183" name="TextBox 1182">
            <a:extLst>
              <a:ext uri="{FF2B5EF4-FFF2-40B4-BE49-F238E27FC236}">
                <a16:creationId xmlns:a16="http://schemas.microsoft.com/office/drawing/2014/main" id="{E9EDD036-B5FF-AB78-91E4-ECA38B0D93CE}"/>
              </a:ext>
            </a:extLst>
          </p:cNvPr>
          <p:cNvSpPr txBox="1"/>
          <p:nvPr/>
        </p:nvSpPr>
        <p:spPr>
          <a:xfrm>
            <a:off x="1867236" y="-155704"/>
            <a:ext cx="5801588" cy="2323713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14300" b="1" dirty="0">
                <a:solidFill>
                  <a:srgbClr val="262730"/>
                </a:solidFill>
                <a:latin typeface="Haettenschweiler" panose="020B0706040902060204" pitchFamily="34" charset="0"/>
              </a:rPr>
              <a:t>SKYWALK</a:t>
            </a:r>
            <a:endParaRPr lang="nl-NL" sz="14300" b="1" dirty="0">
              <a:solidFill>
                <a:srgbClr val="262730"/>
              </a:solidFill>
              <a:latin typeface="Haettenschweiler" panose="020B0706040902060204" pitchFamily="34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A4AFD22B-AD8D-3962-F1F8-76E08F05E146}"/>
              </a:ext>
            </a:extLst>
          </p:cNvPr>
          <p:cNvGrpSpPr/>
          <p:nvPr/>
        </p:nvGrpSpPr>
        <p:grpSpPr>
          <a:xfrm>
            <a:off x="7252539" y="519817"/>
            <a:ext cx="1883833" cy="1301768"/>
            <a:chOff x="8871789" y="1862842"/>
            <a:chExt cx="1883833" cy="1301768"/>
          </a:xfrm>
          <a:solidFill>
            <a:srgbClr val="262730"/>
          </a:solidFill>
          <a:effectLst/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DB797BE9-A8E3-484B-AC01-98A7E02D819E}"/>
                </a:ext>
              </a:extLst>
            </p:cNvPr>
            <p:cNvSpPr/>
            <p:nvPr/>
          </p:nvSpPr>
          <p:spPr>
            <a:xfrm flipH="1">
              <a:off x="8871790" y="2884916"/>
              <a:ext cx="1033079" cy="279694"/>
            </a:xfrm>
            <a:prstGeom prst="rect">
              <a:avLst/>
            </a:prstGeom>
            <a:grpFill/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DDE43F5D-2493-F4D7-7FF5-AD3934474F75}"/>
                </a:ext>
              </a:extLst>
            </p:cNvPr>
            <p:cNvSpPr/>
            <p:nvPr/>
          </p:nvSpPr>
          <p:spPr>
            <a:xfrm flipH="1">
              <a:off x="9082086" y="2200715"/>
              <a:ext cx="1673536" cy="277918"/>
            </a:xfrm>
            <a:prstGeom prst="rect">
              <a:avLst/>
            </a:prstGeom>
            <a:grpFill/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1D0B68DB-7678-3D57-3C68-7054205E5A3F}"/>
                </a:ext>
              </a:extLst>
            </p:cNvPr>
            <p:cNvSpPr/>
            <p:nvPr/>
          </p:nvSpPr>
          <p:spPr>
            <a:xfrm flipH="1">
              <a:off x="9082086" y="2552650"/>
              <a:ext cx="1319861" cy="277918"/>
            </a:xfrm>
            <a:prstGeom prst="rect">
              <a:avLst/>
            </a:prstGeom>
            <a:grpFill/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 dirty="0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71CF1E7E-639F-B48B-AB87-3FAA3AE6C134}"/>
                </a:ext>
              </a:extLst>
            </p:cNvPr>
            <p:cNvSpPr/>
            <p:nvPr/>
          </p:nvSpPr>
          <p:spPr>
            <a:xfrm flipH="1">
              <a:off x="8871789" y="1862842"/>
              <a:ext cx="1530159" cy="277918"/>
            </a:xfrm>
            <a:prstGeom prst="rect">
              <a:avLst/>
            </a:prstGeom>
            <a:grpFill/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9" name="Right Triangle 8">
              <a:extLst>
                <a:ext uri="{FF2B5EF4-FFF2-40B4-BE49-F238E27FC236}">
                  <a16:creationId xmlns:a16="http://schemas.microsoft.com/office/drawing/2014/main" id="{DFA2905B-7584-6A3C-B63C-228C85FC19C4}"/>
                </a:ext>
              </a:extLst>
            </p:cNvPr>
            <p:cNvSpPr/>
            <p:nvPr/>
          </p:nvSpPr>
          <p:spPr>
            <a:xfrm rot="5400000" flipH="1">
              <a:off x="10421992" y="1833967"/>
              <a:ext cx="277916" cy="335671"/>
            </a:xfrm>
            <a:prstGeom prst="rtTriangle">
              <a:avLst/>
            </a:prstGeom>
            <a:grpFill/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 dirty="0"/>
            </a:p>
          </p:txBody>
        </p:sp>
        <p:sp>
          <p:nvSpPr>
            <p:cNvPr id="10" name="Right Triangle 9">
              <a:extLst>
                <a:ext uri="{FF2B5EF4-FFF2-40B4-BE49-F238E27FC236}">
                  <a16:creationId xmlns:a16="http://schemas.microsoft.com/office/drawing/2014/main" id="{962A14B6-683C-A1D2-39C2-DB54FBBF3A89}"/>
                </a:ext>
              </a:extLst>
            </p:cNvPr>
            <p:cNvSpPr/>
            <p:nvPr/>
          </p:nvSpPr>
          <p:spPr>
            <a:xfrm rot="10800000" flipH="1">
              <a:off x="9896034" y="2884919"/>
              <a:ext cx="342149" cy="279691"/>
            </a:xfrm>
            <a:prstGeom prst="rtTriangle">
              <a:avLst/>
            </a:prstGeom>
            <a:grp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72218F27-3A08-E15D-DD86-D097D644A5CC}"/>
              </a:ext>
            </a:extLst>
          </p:cNvPr>
          <p:cNvGrpSpPr/>
          <p:nvPr/>
        </p:nvGrpSpPr>
        <p:grpSpPr>
          <a:xfrm>
            <a:off x="69467" y="519817"/>
            <a:ext cx="2188548" cy="1312721"/>
            <a:chOff x="1688717" y="1862842"/>
            <a:chExt cx="2188548" cy="1312721"/>
          </a:xfrm>
          <a:solidFill>
            <a:srgbClr val="262730"/>
          </a:solidFill>
          <a:effectLst/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8164D37D-36C9-E85B-3919-83D9C9A25E36}"/>
                </a:ext>
              </a:extLst>
            </p:cNvPr>
            <p:cNvGrpSpPr/>
            <p:nvPr/>
          </p:nvGrpSpPr>
          <p:grpSpPr>
            <a:xfrm>
              <a:off x="2421488" y="2895869"/>
              <a:ext cx="1455777" cy="279694"/>
              <a:chOff x="2322326" y="2274073"/>
              <a:chExt cx="1627843" cy="333955"/>
            </a:xfrm>
            <a:grpFill/>
          </p:grpSpPr>
          <p:sp>
            <p:nvSpPr>
              <p:cNvPr id="18" name="Right Triangle 17">
                <a:extLst>
                  <a:ext uri="{FF2B5EF4-FFF2-40B4-BE49-F238E27FC236}">
                    <a16:creationId xmlns:a16="http://schemas.microsoft.com/office/drawing/2014/main" id="{D8F71B06-2DCB-4F83-BEA8-811AF4896C9A}"/>
                  </a:ext>
                </a:extLst>
              </p:cNvPr>
              <p:cNvSpPr/>
              <p:nvPr/>
            </p:nvSpPr>
            <p:spPr>
              <a:xfrm rot="10800000">
                <a:off x="2322326" y="2274076"/>
                <a:ext cx="404998" cy="333952"/>
              </a:xfrm>
              <a:prstGeom prst="rtTriangle">
                <a:avLst/>
              </a:prstGeom>
              <a:grpFill/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NL"/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0901B0F8-D618-A46B-094C-8518EE7F5036}"/>
                  </a:ext>
                </a:extLst>
              </p:cNvPr>
              <p:cNvSpPr/>
              <p:nvPr/>
            </p:nvSpPr>
            <p:spPr>
              <a:xfrm>
                <a:off x="2727325" y="2274073"/>
                <a:ext cx="1222844" cy="333955"/>
              </a:xfrm>
              <a:prstGeom prst="rect">
                <a:avLst/>
              </a:prstGeom>
              <a:grpFill/>
              <a:ln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NL" dirty="0"/>
              </a:p>
            </p:txBody>
          </p:sp>
        </p:grp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2DDC64B-4C4A-5B4E-6B15-02AFFDDC249B}"/>
                </a:ext>
              </a:extLst>
            </p:cNvPr>
            <p:cNvSpPr/>
            <p:nvPr/>
          </p:nvSpPr>
          <p:spPr>
            <a:xfrm>
              <a:off x="1688717" y="2200715"/>
              <a:ext cx="1797769" cy="277918"/>
            </a:xfrm>
            <a:prstGeom prst="rect">
              <a:avLst/>
            </a:prstGeom>
            <a:grpFill/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 dirty="0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D7F9EBDE-82D1-3039-4207-14FFAA35E496}"/>
                </a:ext>
              </a:extLst>
            </p:cNvPr>
            <p:cNvSpPr/>
            <p:nvPr/>
          </p:nvSpPr>
          <p:spPr>
            <a:xfrm>
              <a:off x="2228851" y="2552650"/>
              <a:ext cx="1257636" cy="277918"/>
            </a:xfrm>
            <a:prstGeom prst="rect">
              <a:avLst/>
            </a:prstGeom>
            <a:grpFill/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19F885A3-7ABB-0472-F41F-049EDCE4838F}"/>
                </a:ext>
              </a:extLst>
            </p:cNvPr>
            <p:cNvGrpSpPr/>
            <p:nvPr/>
          </p:nvGrpSpPr>
          <p:grpSpPr>
            <a:xfrm>
              <a:off x="1798772" y="1862842"/>
              <a:ext cx="2078493" cy="277918"/>
              <a:chOff x="967891" y="1850009"/>
              <a:chExt cx="2804286" cy="333955"/>
            </a:xfrm>
            <a:grpFill/>
          </p:grpSpPr>
          <p:sp>
            <p:nvSpPr>
              <p:cNvPr id="16" name="Right Triangle 15">
                <a:extLst>
                  <a:ext uri="{FF2B5EF4-FFF2-40B4-BE49-F238E27FC236}">
                    <a16:creationId xmlns:a16="http://schemas.microsoft.com/office/drawing/2014/main" id="{59053F2B-48B1-85B0-91A0-A9745F3DBB32}"/>
                  </a:ext>
                </a:extLst>
              </p:cNvPr>
              <p:cNvSpPr/>
              <p:nvPr/>
            </p:nvSpPr>
            <p:spPr>
              <a:xfrm rot="16200000">
                <a:off x="993244" y="1824658"/>
                <a:ext cx="333953" cy="384660"/>
              </a:xfrm>
              <a:prstGeom prst="rtTriangle">
                <a:avLst/>
              </a:prstGeom>
              <a:grpFill/>
              <a:ln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NL"/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C9E5D1D6-5D37-6CCB-70E0-6634D010202B}"/>
                  </a:ext>
                </a:extLst>
              </p:cNvPr>
              <p:cNvSpPr/>
              <p:nvPr/>
            </p:nvSpPr>
            <p:spPr>
              <a:xfrm>
                <a:off x="1352550" y="1850009"/>
                <a:ext cx="2419627" cy="333955"/>
              </a:xfrm>
              <a:prstGeom prst="rect">
                <a:avLst/>
              </a:prstGeom>
              <a:grpFill/>
              <a:ln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NL"/>
              </a:p>
            </p:txBody>
          </p:sp>
        </p:grpSp>
      </p:grpSp>
      <p:sp>
        <p:nvSpPr>
          <p:cNvPr id="20" name="Rectangle 19">
            <a:extLst>
              <a:ext uri="{FF2B5EF4-FFF2-40B4-BE49-F238E27FC236}">
                <a16:creationId xmlns:a16="http://schemas.microsoft.com/office/drawing/2014/main" id="{A6383564-DB10-32D2-F26A-4066023D2C9E}"/>
              </a:ext>
            </a:extLst>
          </p:cNvPr>
          <p:cNvSpPr/>
          <p:nvPr/>
        </p:nvSpPr>
        <p:spPr>
          <a:xfrm>
            <a:off x="69467" y="214184"/>
            <a:ext cx="9066905" cy="305629"/>
          </a:xfrm>
          <a:prstGeom prst="rect">
            <a:avLst/>
          </a:prstGeom>
          <a:solidFill>
            <a:srgbClr val="F0F2F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ADBE775-6D95-80FD-80B4-2BB863A44055}"/>
              </a:ext>
            </a:extLst>
          </p:cNvPr>
          <p:cNvSpPr/>
          <p:nvPr/>
        </p:nvSpPr>
        <p:spPr>
          <a:xfrm>
            <a:off x="1352550" y="1801274"/>
            <a:ext cx="7849034" cy="87167"/>
          </a:xfrm>
          <a:prstGeom prst="rect">
            <a:avLst/>
          </a:prstGeom>
          <a:solidFill>
            <a:srgbClr val="F0F2F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CA4F383-7ED8-9708-919D-28443381E715}"/>
              </a:ext>
            </a:extLst>
          </p:cNvPr>
          <p:cNvSpPr/>
          <p:nvPr/>
        </p:nvSpPr>
        <p:spPr>
          <a:xfrm>
            <a:off x="1337589" y="1854705"/>
            <a:ext cx="1011911" cy="210440"/>
          </a:xfrm>
          <a:prstGeom prst="rect">
            <a:avLst/>
          </a:prstGeom>
          <a:solidFill>
            <a:srgbClr val="262730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1EA70D2-32BE-636F-3BDD-F30C774C8A50}"/>
              </a:ext>
            </a:extLst>
          </p:cNvPr>
          <p:cNvSpPr/>
          <p:nvPr/>
        </p:nvSpPr>
        <p:spPr>
          <a:xfrm>
            <a:off x="7035807" y="1854705"/>
            <a:ext cx="1033079" cy="210440"/>
          </a:xfrm>
          <a:prstGeom prst="rect">
            <a:avLst/>
          </a:prstGeom>
          <a:solidFill>
            <a:srgbClr val="262730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5" name="Right Triangle 24">
            <a:extLst>
              <a:ext uri="{FF2B5EF4-FFF2-40B4-BE49-F238E27FC236}">
                <a16:creationId xmlns:a16="http://schemas.microsoft.com/office/drawing/2014/main" id="{5C80CDE8-DB37-EAE9-8FC6-538A97D9B9D4}"/>
              </a:ext>
            </a:extLst>
          </p:cNvPr>
          <p:cNvSpPr/>
          <p:nvPr/>
        </p:nvSpPr>
        <p:spPr>
          <a:xfrm flipH="1">
            <a:off x="7003020" y="704190"/>
            <a:ext cx="2283854" cy="1882941"/>
          </a:xfrm>
          <a:prstGeom prst="rtTriangle">
            <a:avLst/>
          </a:prstGeom>
          <a:solidFill>
            <a:srgbClr val="F0F2F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7" name="Right Triangle 26">
            <a:extLst>
              <a:ext uri="{FF2B5EF4-FFF2-40B4-BE49-F238E27FC236}">
                <a16:creationId xmlns:a16="http://schemas.microsoft.com/office/drawing/2014/main" id="{9F189F23-207D-034C-516D-693673DD62FC}"/>
              </a:ext>
            </a:extLst>
          </p:cNvPr>
          <p:cNvSpPr/>
          <p:nvPr/>
        </p:nvSpPr>
        <p:spPr>
          <a:xfrm>
            <a:off x="69468" y="704191"/>
            <a:ext cx="2368547" cy="1882941"/>
          </a:xfrm>
          <a:prstGeom prst="rtTriangle">
            <a:avLst/>
          </a:prstGeom>
          <a:solidFill>
            <a:srgbClr val="F0F2F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1D731510-C94B-D145-8039-16F74CCFF551}"/>
              </a:ext>
            </a:extLst>
          </p:cNvPr>
          <p:cNvGrpSpPr/>
          <p:nvPr/>
        </p:nvGrpSpPr>
        <p:grpSpPr>
          <a:xfrm>
            <a:off x="3417708" y="1845359"/>
            <a:ext cx="2672927" cy="625391"/>
            <a:chOff x="3417708" y="1845359"/>
            <a:chExt cx="2672927" cy="625391"/>
          </a:xfrm>
        </p:grpSpPr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EE399177-5514-5F02-12AD-2B35685EF22C}"/>
                </a:ext>
              </a:extLst>
            </p:cNvPr>
            <p:cNvSpPr/>
            <p:nvPr/>
          </p:nvSpPr>
          <p:spPr>
            <a:xfrm>
              <a:off x="3462338" y="1885503"/>
              <a:ext cx="2589673" cy="182880"/>
            </a:xfrm>
            <a:prstGeom prst="rect">
              <a:avLst/>
            </a:prstGeom>
            <a:solidFill>
              <a:srgbClr val="262730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933A6F6B-D10B-DDD3-4BBC-A90B6D6EFA91}"/>
                </a:ext>
              </a:extLst>
            </p:cNvPr>
            <p:cNvSpPr/>
            <p:nvPr/>
          </p:nvSpPr>
          <p:spPr>
            <a:xfrm>
              <a:off x="4143375" y="2099239"/>
              <a:ext cx="1190625" cy="146278"/>
            </a:xfrm>
            <a:prstGeom prst="rect">
              <a:avLst/>
            </a:prstGeom>
            <a:solidFill>
              <a:srgbClr val="262730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39" name="Right Triangle 38">
              <a:extLst>
                <a:ext uri="{FF2B5EF4-FFF2-40B4-BE49-F238E27FC236}">
                  <a16:creationId xmlns:a16="http://schemas.microsoft.com/office/drawing/2014/main" id="{AE3FDDD0-7B9E-FBFC-BE81-F64A7A6CDC7F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5652105" y="1856989"/>
              <a:ext cx="438530" cy="361550"/>
            </a:xfrm>
            <a:prstGeom prst="rtTriangle">
              <a:avLst/>
            </a:prstGeom>
            <a:solidFill>
              <a:srgbClr val="F0F2F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40" name="Right Triangle 39">
              <a:extLst>
                <a:ext uri="{FF2B5EF4-FFF2-40B4-BE49-F238E27FC236}">
                  <a16:creationId xmlns:a16="http://schemas.microsoft.com/office/drawing/2014/main" id="{1BACD5E5-CD2F-EF98-5B12-39DC3B22EA0E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4907831" y="2091508"/>
              <a:ext cx="438530" cy="361550"/>
            </a:xfrm>
            <a:prstGeom prst="rtTriangle">
              <a:avLst/>
            </a:prstGeom>
            <a:solidFill>
              <a:srgbClr val="F0F2F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41" name="Right Triangle 40">
              <a:extLst>
                <a:ext uri="{FF2B5EF4-FFF2-40B4-BE49-F238E27FC236}">
                  <a16:creationId xmlns:a16="http://schemas.microsoft.com/office/drawing/2014/main" id="{9D332336-E314-A087-3C52-E85B17AAFC1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417708" y="1845359"/>
              <a:ext cx="438912" cy="365760"/>
            </a:xfrm>
            <a:prstGeom prst="rtTriangle">
              <a:avLst/>
            </a:prstGeom>
            <a:solidFill>
              <a:srgbClr val="F0F2F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42" name="Right Triangle 41">
              <a:extLst>
                <a:ext uri="{FF2B5EF4-FFF2-40B4-BE49-F238E27FC236}">
                  <a16:creationId xmlns:a16="http://schemas.microsoft.com/office/drawing/2014/main" id="{FF42B9E3-F507-4F5B-F573-8F2A8CBB5BB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128964" y="2084641"/>
              <a:ext cx="438912" cy="365760"/>
            </a:xfrm>
            <a:prstGeom prst="rtTriangle">
              <a:avLst/>
            </a:prstGeom>
            <a:solidFill>
              <a:srgbClr val="F0F2F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43" name="Star: 5 Points 42">
              <a:extLst>
                <a:ext uri="{FF2B5EF4-FFF2-40B4-BE49-F238E27FC236}">
                  <a16:creationId xmlns:a16="http://schemas.microsoft.com/office/drawing/2014/main" id="{4AECA0FC-BC73-6D0C-1C5B-AD782C75C520}"/>
                </a:ext>
              </a:extLst>
            </p:cNvPr>
            <p:cNvSpPr/>
            <p:nvPr/>
          </p:nvSpPr>
          <p:spPr>
            <a:xfrm>
              <a:off x="4431504" y="1888466"/>
              <a:ext cx="652463" cy="582284"/>
            </a:xfrm>
            <a:prstGeom prst="star5">
              <a:avLst/>
            </a:prstGeom>
            <a:solidFill>
              <a:srgbClr val="F0F2F6"/>
            </a:solidFill>
            <a:ln>
              <a:solidFill>
                <a:srgbClr val="26273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</p:grpSp>
    </p:spTree>
    <p:extLst>
      <p:ext uri="{BB962C8B-B14F-4D97-AF65-F5344CB8AC3E}">
        <p14:creationId xmlns:p14="http://schemas.microsoft.com/office/powerpoint/2010/main" val="16892323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91675061-018D-12E1-17AC-042798F8DF3B}"/>
              </a:ext>
            </a:extLst>
          </p:cNvPr>
          <p:cNvSpPr/>
          <p:nvPr/>
        </p:nvSpPr>
        <p:spPr>
          <a:xfrm>
            <a:off x="0" y="0"/>
            <a:ext cx="9601200" cy="2743200"/>
          </a:xfrm>
          <a:prstGeom prst="rect">
            <a:avLst/>
          </a:prstGeom>
          <a:solidFill>
            <a:srgbClr val="0E111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7" name="Right Triangle 6">
            <a:extLst>
              <a:ext uri="{FF2B5EF4-FFF2-40B4-BE49-F238E27FC236}">
                <a16:creationId xmlns:a16="http://schemas.microsoft.com/office/drawing/2014/main" id="{59053F2B-48B1-85B0-91A0-A9745F3DBB32}"/>
              </a:ext>
            </a:extLst>
          </p:cNvPr>
          <p:cNvSpPr/>
          <p:nvPr/>
        </p:nvSpPr>
        <p:spPr>
          <a:xfrm rot="16200000">
            <a:off x="183115" y="516225"/>
            <a:ext cx="277916" cy="285104"/>
          </a:xfrm>
          <a:prstGeom prst="rtTriangl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1CF1E7E-639F-B48B-AB87-3FAA3AE6C134}"/>
              </a:ext>
            </a:extLst>
          </p:cNvPr>
          <p:cNvSpPr/>
          <p:nvPr/>
        </p:nvSpPr>
        <p:spPr>
          <a:xfrm flipH="1">
            <a:off x="7252539" y="519817"/>
            <a:ext cx="1530159" cy="277918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9E5D1D6-5D37-6CCB-70E0-6634D010202B}"/>
              </a:ext>
            </a:extLst>
          </p:cNvPr>
          <p:cNvSpPr/>
          <p:nvPr/>
        </p:nvSpPr>
        <p:spPr>
          <a:xfrm>
            <a:off x="464625" y="519817"/>
            <a:ext cx="1723629" cy="277918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187" name="Rectangle 1186">
            <a:extLst>
              <a:ext uri="{FF2B5EF4-FFF2-40B4-BE49-F238E27FC236}">
                <a16:creationId xmlns:a16="http://schemas.microsoft.com/office/drawing/2014/main" id="{0CA4F383-7ED8-9708-919D-28443381E715}"/>
              </a:ext>
            </a:extLst>
          </p:cNvPr>
          <p:cNvSpPr/>
          <p:nvPr/>
        </p:nvSpPr>
        <p:spPr>
          <a:xfrm>
            <a:off x="1337589" y="1854705"/>
            <a:ext cx="1011911" cy="210440"/>
          </a:xfrm>
          <a:prstGeom prst="rect">
            <a:avLst/>
          </a:prstGeom>
          <a:solidFill>
            <a:srgbClr val="D9D9D9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189" name="Rectangle 1188">
            <a:extLst>
              <a:ext uri="{FF2B5EF4-FFF2-40B4-BE49-F238E27FC236}">
                <a16:creationId xmlns:a16="http://schemas.microsoft.com/office/drawing/2014/main" id="{11EA70D2-32BE-636F-3BDD-F30C774C8A50}"/>
              </a:ext>
            </a:extLst>
          </p:cNvPr>
          <p:cNvSpPr/>
          <p:nvPr/>
        </p:nvSpPr>
        <p:spPr>
          <a:xfrm>
            <a:off x="7035807" y="1854705"/>
            <a:ext cx="1033079" cy="210440"/>
          </a:xfrm>
          <a:prstGeom prst="rect">
            <a:avLst/>
          </a:prstGeom>
          <a:solidFill>
            <a:srgbClr val="D9D9D9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grpSp>
        <p:nvGrpSpPr>
          <p:cNvPr id="1181" name="Group 1180">
            <a:extLst>
              <a:ext uri="{FF2B5EF4-FFF2-40B4-BE49-F238E27FC236}">
                <a16:creationId xmlns:a16="http://schemas.microsoft.com/office/drawing/2014/main" id="{A4AFD22B-AD8D-3962-F1F8-76E08F05E146}"/>
              </a:ext>
            </a:extLst>
          </p:cNvPr>
          <p:cNvGrpSpPr/>
          <p:nvPr/>
        </p:nvGrpSpPr>
        <p:grpSpPr>
          <a:xfrm>
            <a:off x="7252540" y="857690"/>
            <a:ext cx="1883832" cy="963895"/>
            <a:chOff x="8871790" y="2200715"/>
            <a:chExt cx="1883832" cy="963895"/>
          </a:xfrm>
          <a:solidFill>
            <a:srgbClr val="000000"/>
          </a:solidFill>
        </p:grpSpPr>
        <p:sp>
          <p:nvSpPr>
            <p:cNvPr id="1201" name="Rectangle 1200">
              <a:extLst>
                <a:ext uri="{FF2B5EF4-FFF2-40B4-BE49-F238E27FC236}">
                  <a16:creationId xmlns:a16="http://schemas.microsoft.com/office/drawing/2014/main" id="{DB797BE9-A8E3-484B-AC01-98A7E02D819E}"/>
                </a:ext>
              </a:extLst>
            </p:cNvPr>
            <p:cNvSpPr/>
            <p:nvPr/>
          </p:nvSpPr>
          <p:spPr>
            <a:xfrm flipH="1">
              <a:off x="8871790" y="2884916"/>
              <a:ext cx="1033079" cy="279694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202" name="Rectangle 1201">
              <a:extLst>
                <a:ext uri="{FF2B5EF4-FFF2-40B4-BE49-F238E27FC236}">
                  <a16:creationId xmlns:a16="http://schemas.microsoft.com/office/drawing/2014/main" id="{DDE43F5D-2493-F4D7-7FF5-AD3934474F75}"/>
                </a:ext>
              </a:extLst>
            </p:cNvPr>
            <p:cNvSpPr/>
            <p:nvPr/>
          </p:nvSpPr>
          <p:spPr>
            <a:xfrm flipH="1">
              <a:off x="9082086" y="2200715"/>
              <a:ext cx="1673536" cy="277918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203" name="Rectangle 1202">
              <a:extLst>
                <a:ext uri="{FF2B5EF4-FFF2-40B4-BE49-F238E27FC236}">
                  <a16:creationId xmlns:a16="http://schemas.microsoft.com/office/drawing/2014/main" id="{1D0B68DB-7678-3D57-3C68-7054205E5A3F}"/>
                </a:ext>
              </a:extLst>
            </p:cNvPr>
            <p:cNvSpPr/>
            <p:nvPr/>
          </p:nvSpPr>
          <p:spPr>
            <a:xfrm flipH="1">
              <a:off x="9082086" y="2552650"/>
              <a:ext cx="1319861" cy="277918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 dirty="0"/>
            </a:p>
          </p:txBody>
        </p:sp>
        <p:sp>
          <p:nvSpPr>
            <p:cNvPr id="1206" name="Right Triangle 1205">
              <a:extLst>
                <a:ext uri="{FF2B5EF4-FFF2-40B4-BE49-F238E27FC236}">
                  <a16:creationId xmlns:a16="http://schemas.microsoft.com/office/drawing/2014/main" id="{962A14B6-683C-A1D2-39C2-DB54FBBF3A89}"/>
                </a:ext>
              </a:extLst>
            </p:cNvPr>
            <p:cNvSpPr/>
            <p:nvPr/>
          </p:nvSpPr>
          <p:spPr>
            <a:xfrm rot="10800000" flipH="1">
              <a:off x="9896034" y="2884919"/>
              <a:ext cx="342149" cy="279691"/>
            </a:xfrm>
            <a:prstGeom prst="rtTriangle">
              <a:avLst/>
            </a:prstGeom>
            <a:grp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</p:grpSp>
      <p:grpSp>
        <p:nvGrpSpPr>
          <p:cNvPr id="1182" name="Group 1181">
            <a:extLst>
              <a:ext uri="{FF2B5EF4-FFF2-40B4-BE49-F238E27FC236}">
                <a16:creationId xmlns:a16="http://schemas.microsoft.com/office/drawing/2014/main" id="{72218F27-3A08-E15D-DD86-D097D644A5CC}"/>
              </a:ext>
            </a:extLst>
          </p:cNvPr>
          <p:cNvGrpSpPr/>
          <p:nvPr/>
        </p:nvGrpSpPr>
        <p:grpSpPr>
          <a:xfrm>
            <a:off x="69467" y="857690"/>
            <a:ext cx="2188548" cy="974848"/>
            <a:chOff x="1688717" y="2200715"/>
            <a:chExt cx="2188548" cy="974848"/>
          </a:xfrm>
          <a:solidFill>
            <a:srgbClr val="000000"/>
          </a:solidFill>
        </p:grpSpPr>
        <p:sp>
          <p:nvSpPr>
            <p:cNvPr id="1194" name="Rectangle 1193">
              <a:extLst>
                <a:ext uri="{FF2B5EF4-FFF2-40B4-BE49-F238E27FC236}">
                  <a16:creationId xmlns:a16="http://schemas.microsoft.com/office/drawing/2014/main" id="{F2DDC64B-4C4A-5B4E-6B15-02AFFDDC249B}"/>
                </a:ext>
              </a:extLst>
            </p:cNvPr>
            <p:cNvSpPr/>
            <p:nvPr/>
          </p:nvSpPr>
          <p:spPr>
            <a:xfrm>
              <a:off x="1688717" y="2200715"/>
              <a:ext cx="1797769" cy="277918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 dirty="0"/>
            </a:p>
          </p:txBody>
        </p:sp>
        <p:sp>
          <p:nvSpPr>
            <p:cNvPr id="1195" name="Rectangle 1194">
              <a:extLst>
                <a:ext uri="{FF2B5EF4-FFF2-40B4-BE49-F238E27FC236}">
                  <a16:creationId xmlns:a16="http://schemas.microsoft.com/office/drawing/2014/main" id="{D7F9EBDE-82D1-3039-4207-14FFAA35E496}"/>
                </a:ext>
              </a:extLst>
            </p:cNvPr>
            <p:cNvSpPr/>
            <p:nvPr/>
          </p:nvSpPr>
          <p:spPr>
            <a:xfrm>
              <a:off x="2228851" y="2552650"/>
              <a:ext cx="1257636" cy="277918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grpSp>
          <p:nvGrpSpPr>
            <p:cNvPr id="1193" name="Group 1192">
              <a:extLst>
                <a:ext uri="{FF2B5EF4-FFF2-40B4-BE49-F238E27FC236}">
                  <a16:creationId xmlns:a16="http://schemas.microsoft.com/office/drawing/2014/main" id="{8164D37D-36C9-E85B-3919-83D9C9A25E36}"/>
                </a:ext>
              </a:extLst>
            </p:cNvPr>
            <p:cNvGrpSpPr/>
            <p:nvPr/>
          </p:nvGrpSpPr>
          <p:grpSpPr>
            <a:xfrm>
              <a:off x="2421488" y="2895869"/>
              <a:ext cx="1455777" cy="279694"/>
              <a:chOff x="2322326" y="2274073"/>
              <a:chExt cx="1627843" cy="333955"/>
            </a:xfrm>
            <a:grpFill/>
          </p:grpSpPr>
          <p:sp>
            <p:nvSpPr>
              <p:cNvPr id="1200" name="Rectangle 1199">
                <a:extLst>
                  <a:ext uri="{FF2B5EF4-FFF2-40B4-BE49-F238E27FC236}">
                    <a16:creationId xmlns:a16="http://schemas.microsoft.com/office/drawing/2014/main" id="{0901B0F8-D618-A46B-094C-8518EE7F5036}"/>
                  </a:ext>
                </a:extLst>
              </p:cNvPr>
              <p:cNvSpPr/>
              <p:nvPr/>
            </p:nvSpPr>
            <p:spPr>
              <a:xfrm>
                <a:off x="2727325" y="2274073"/>
                <a:ext cx="1222844" cy="333955"/>
              </a:xfrm>
              <a:prstGeom prst="rect">
                <a:avLst/>
              </a:prstGeom>
              <a:solidFill>
                <a:srgbClr val="D9D9D9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NL" dirty="0"/>
              </a:p>
            </p:txBody>
          </p:sp>
          <p:sp>
            <p:nvSpPr>
              <p:cNvPr id="1199" name="Right Triangle 1198">
                <a:extLst>
                  <a:ext uri="{FF2B5EF4-FFF2-40B4-BE49-F238E27FC236}">
                    <a16:creationId xmlns:a16="http://schemas.microsoft.com/office/drawing/2014/main" id="{D8F71B06-2DCB-4F83-BEA8-811AF4896C9A}"/>
                  </a:ext>
                </a:extLst>
              </p:cNvPr>
              <p:cNvSpPr/>
              <p:nvPr/>
            </p:nvSpPr>
            <p:spPr>
              <a:xfrm rot="10800000">
                <a:off x="2322326" y="2274076"/>
                <a:ext cx="404998" cy="333952"/>
              </a:xfrm>
              <a:prstGeom prst="rtTriangle">
                <a:avLst/>
              </a:prstGeom>
              <a:grpFill/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NL"/>
              </a:p>
            </p:txBody>
          </p:sp>
        </p:grpSp>
      </p:grpSp>
      <p:sp>
        <p:nvSpPr>
          <p:cNvPr id="1183" name="TextBox 1182">
            <a:extLst>
              <a:ext uri="{FF2B5EF4-FFF2-40B4-BE49-F238E27FC236}">
                <a16:creationId xmlns:a16="http://schemas.microsoft.com/office/drawing/2014/main" id="{E9EDD036-B5FF-AB78-91E4-ECA38B0D93CE}"/>
              </a:ext>
            </a:extLst>
          </p:cNvPr>
          <p:cNvSpPr txBox="1"/>
          <p:nvPr/>
        </p:nvSpPr>
        <p:spPr>
          <a:xfrm>
            <a:off x="1867236" y="-155704"/>
            <a:ext cx="5801588" cy="2323713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r>
              <a:rPr lang="en-US" sz="14300" b="1" dirty="0">
                <a:solidFill>
                  <a:schemeClr val="bg1">
                    <a:lumMod val="85000"/>
                  </a:schemeClr>
                </a:solidFill>
                <a:latin typeface="Haettenschweiler" panose="020B0706040902060204" pitchFamily="34" charset="0"/>
              </a:rPr>
              <a:t>SKYWALK</a:t>
            </a:r>
            <a:endParaRPr lang="nl-NL" sz="14300" b="1" dirty="0">
              <a:solidFill>
                <a:schemeClr val="bg1">
                  <a:lumMod val="85000"/>
                </a:schemeClr>
              </a:solidFill>
              <a:latin typeface="Haettenschweiler" panose="020B0706040902060204" pitchFamily="34" charset="0"/>
            </a:endParaRPr>
          </a:p>
        </p:txBody>
      </p:sp>
      <p:sp>
        <p:nvSpPr>
          <p:cNvPr id="1184" name="Rectangle 1183">
            <a:extLst>
              <a:ext uri="{FF2B5EF4-FFF2-40B4-BE49-F238E27FC236}">
                <a16:creationId xmlns:a16="http://schemas.microsoft.com/office/drawing/2014/main" id="{A6383564-DB10-32D2-F26A-4066023D2C9E}"/>
              </a:ext>
            </a:extLst>
          </p:cNvPr>
          <p:cNvSpPr/>
          <p:nvPr/>
        </p:nvSpPr>
        <p:spPr>
          <a:xfrm>
            <a:off x="69467" y="214184"/>
            <a:ext cx="9066905" cy="305629"/>
          </a:xfrm>
          <a:prstGeom prst="rect">
            <a:avLst/>
          </a:prstGeom>
          <a:solidFill>
            <a:srgbClr val="0E111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185" name="Rectangle 1184">
            <a:extLst>
              <a:ext uri="{FF2B5EF4-FFF2-40B4-BE49-F238E27FC236}">
                <a16:creationId xmlns:a16="http://schemas.microsoft.com/office/drawing/2014/main" id="{DADBE775-6D95-80FD-80B4-2BB863A44055}"/>
              </a:ext>
            </a:extLst>
          </p:cNvPr>
          <p:cNvSpPr/>
          <p:nvPr/>
        </p:nvSpPr>
        <p:spPr>
          <a:xfrm>
            <a:off x="1352550" y="1801274"/>
            <a:ext cx="7849034" cy="87167"/>
          </a:xfrm>
          <a:prstGeom prst="rect">
            <a:avLst/>
          </a:prstGeom>
          <a:solidFill>
            <a:srgbClr val="0E111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188" name="Right Triangle 1187">
            <a:extLst>
              <a:ext uri="{FF2B5EF4-FFF2-40B4-BE49-F238E27FC236}">
                <a16:creationId xmlns:a16="http://schemas.microsoft.com/office/drawing/2014/main" id="{9F189F23-207D-034C-516D-693673DD62FC}"/>
              </a:ext>
            </a:extLst>
          </p:cNvPr>
          <p:cNvSpPr/>
          <p:nvPr/>
        </p:nvSpPr>
        <p:spPr>
          <a:xfrm>
            <a:off x="69468" y="704191"/>
            <a:ext cx="2368547" cy="1882941"/>
          </a:xfrm>
          <a:prstGeom prst="rtTriangle">
            <a:avLst/>
          </a:prstGeom>
          <a:solidFill>
            <a:srgbClr val="0E111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190" name="Right Triangle 1189">
            <a:extLst>
              <a:ext uri="{FF2B5EF4-FFF2-40B4-BE49-F238E27FC236}">
                <a16:creationId xmlns:a16="http://schemas.microsoft.com/office/drawing/2014/main" id="{5C80CDE8-DB37-EAE9-8FC6-538A97D9B9D4}"/>
              </a:ext>
            </a:extLst>
          </p:cNvPr>
          <p:cNvSpPr/>
          <p:nvPr/>
        </p:nvSpPr>
        <p:spPr>
          <a:xfrm flipH="1">
            <a:off x="7003020" y="704190"/>
            <a:ext cx="2283854" cy="1882941"/>
          </a:xfrm>
          <a:prstGeom prst="rtTriangle">
            <a:avLst/>
          </a:prstGeom>
          <a:solidFill>
            <a:srgbClr val="0E111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5" name="Right Triangle 4">
            <a:extLst>
              <a:ext uri="{FF2B5EF4-FFF2-40B4-BE49-F238E27FC236}">
                <a16:creationId xmlns:a16="http://schemas.microsoft.com/office/drawing/2014/main" id="{DFA2905B-7584-6A3C-B63C-228C85FC19C4}"/>
              </a:ext>
            </a:extLst>
          </p:cNvPr>
          <p:cNvSpPr/>
          <p:nvPr/>
        </p:nvSpPr>
        <p:spPr>
          <a:xfrm rot="5400000" flipH="1">
            <a:off x="8807500" y="490939"/>
            <a:ext cx="277923" cy="335671"/>
          </a:xfrm>
          <a:prstGeom prst="rtTriangl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38A55CC9-5042-5A66-84C3-0BC0386C9B06}"/>
              </a:ext>
            </a:extLst>
          </p:cNvPr>
          <p:cNvGrpSpPr/>
          <p:nvPr/>
        </p:nvGrpSpPr>
        <p:grpSpPr>
          <a:xfrm>
            <a:off x="3417708" y="1845359"/>
            <a:ext cx="2672927" cy="625391"/>
            <a:chOff x="3417708" y="1845359"/>
            <a:chExt cx="2672927" cy="625391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4F5312E1-43C1-648E-51DE-6C87DCA736C8}"/>
                </a:ext>
              </a:extLst>
            </p:cNvPr>
            <p:cNvSpPr/>
            <p:nvPr/>
          </p:nvSpPr>
          <p:spPr>
            <a:xfrm>
              <a:off x="3462339" y="1885503"/>
              <a:ext cx="2628296" cy="178789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AEF97327-1924-6A61-053F-441EFA188200}"/>
                </a:ext>
              </a:extLst>
            </p:cNvPr>
            <p:cNvSpPr/>
            <p:nvPr/>
          </p:nvSpPr>
          <p:spPr>
            <a:xfrm>
              <a:off x="4143375" y="2099239"/>
              <a:ext cx="1190625" cy="146278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9" name="Right Triangle 8">
              <a:extLst>
                <a:ext uri="{FF2B5EF4-FFF2-40B4-BE49-F238E27FC236}">
                  <a16:creationId xmlns:a16="http://schemas.microsoft.com/office/drawing/2014/main" id="{D0601623-2A48-F1F5-43A5-7E748CE3527A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5652105" y="1856989"/>
              <a:ext cx="438530" cy="361550"/>
            </a:xfrm>
            <a:prstGeom prst="rtTriangle">
              <a:avLst/>
            </a:prstGeom>
            <a:solidFill>
              <a:srgbClr val="0E111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2" name="Right Triangle 11">
              <a:extLst>
                <a:ext uri="{FF2B5EF4-FFF2-40B4-BE49-F238E27FC236}">
                  <a16:creationId xmlns:a16="http://schemas.microsoft.com/office/drawing/2014/main" id="{43661ADD-67B2-6F83-75AD-A1FE3D12B991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4907831" y="2091508"/>
              <a:ext cx="438530" cy="361550"/>
            </a:xfrm>
            <a:prstGeom prst="rtTriangle">
              <a:avLst/>
            </a:prstGeom>
            <a:solidFill>
              <a:srgbClr val="0E111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3" name="Right Triangle 12">
              <a:extLst>
                <a:ext uri="{FF2B5EF4-FFF2-40B4-BE49-F238E27FC236}">
                  <a16:creationId xmlns:a16="http://schemas.microsoft.com/office/drawing/2014/main" id="{19224399-A3D1-9153-45C7-4E263B14D3C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417708" y="1845359"/>
              <a:ext cx="438912" cy="365760"/>
            </a:xfrm>
            <a:prstGeom prst="rtTriangle">
              <a:avLst/>
            </a:prstGeom>
            <a:solidFill>
              <a:srgbClr val="0E111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4" name="Right Triangle 13">
              <a:extLst>
                <a:ext uri="{FF2B5EF4-FFF2-40B4-BE49-F238E27FC236}">
                  <a16:creationId xmlns:a16="http://schemas.microsoft.com/office/drawing/2014/main" id="{C48CC562-190D-FC46-DDF4-F9971D3B5E2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128964" y="2084641"/>
              <a:ext cx="438912" cy="365760"/>
            </a:xfrm>
            <a:prstGeom prst="rtTriangle">
              <a:avLst/>
            </a:prstGeom>
            <a:solidFill>
              <a:srgbClr val="0E111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6" name="Star: 5 Points 15">
              <a:extLst>
                <a:ext uri="{FF2B5EF4-FFF2-40B4-BE49-F238E27FC236}">
                  <a16:creationId xmlns:a16="http://schemas.microsoft.com/office/drawing/2014/main" id="{9E4E5799-1FF1-FD0E-0769-E5EBCD8DB196}"/>
                </a:ext>
              </a:extLst>
            </p:cNvPr>
            <p:cNvSpPr/>
            <p:nvPr/>
          </p:nvSpPr>
          <p:spPr>
            <a:xfrm>
              <a:off x="4431504" y="1888466"/>
              <a:ext cx="652463" cy="582284"/>
            </a:xfrm>
            <a:prstGeom prst="star5">
              <a:avLst/>
            </a:prstGeom>
            <a:solidFill>
              <a:schemeClr val="tx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 dirty="0"/>
            </a:p>
          </p:txBody>
        </p:sp>
      </p:grpSp>
    </p:spTree>
    <p:extLst>
      <p:ext uri="{BB962C8B-B14F-4D97-AF65-F5344CB8AC3E}">
        <p14:creationId xmlns:p14="http://schemas.microsoft.com/office/powerpoint/2010/main" val="11489794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91675061-018D-12E1-17AC-042798F8DF3B}"/>
              </a:ext>
            </a:extLst>
          </p:cNvPr>
          <p:cNvSpPr/>
          <p:nvPr/>
        </p:nvSpPr>
        <p:spPr>
          <a:xfrm>
            <a:off x="0" y="0"/>
            <a:ext cx="9601200" cy="2743200"/>
          </a:xfrm>
          <a:prstGeom prst="rect">
            <a:avLst/>
          </a:prstGeom>
          <a:solidFill>
            <a:srgbClr val="26273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7" name="Right Triangle 6">
            <a:extLst>
              <a:ext uri="{FF2B5EF4-FFF2-40B4-BE49-F238E27FC236}">
                <a16:creationId xmlns:a16="http://schemas.microsoft.com/office/drawing/2014/main" id="{59053F2B-48B1-85B0-91A0-A9745F3DBB32}"/>
              </a:ext>
            </a:extLst>
          </p:cNvPr>
          <p:cNvSpPr/>
          <p:nvPr/>
        </p:nvSpPr>
        <p:spPr>
          <a:xfrm rot="16200000">
            <a:off x="183115" y="516225"/>
            <a:ext cx="277916" cy="285104"/>
          </a:xfrm>
          <a:prstGeom prst="rtTriangl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1CF1E7E-639F-B48B-AB87-3FAA3AE6C134}"/>
              </a:ext>
            </a:extLst>
          </p:cNvPr>
          <p:cNvSpPr/>
          <p:nvPr/>
        </p:nvSpPr>
        <p:spPr>
          <a:xfrm flipH="1">
            <a:off x="7252539" y="519817"/>
            <a:ext cx="1530159" cy="277918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9E5D1D6-5D37-6CCB-70E0-6634D010202B}"/>
              </a:ext>
            </a:extLst>
          </p:cNvPr>
          <p:cNvSpPr/>
          <p:nvPr/>
        </p:nvSpPr>
        <p:spPr>
          <a:xfrm>
            <a:off x="464625" y="519817"/>
            <a:ext cx="1723629" cy="277918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187" name="Rectangle 1186">
            <a:extLst>
              <a:ext uri="{FF2B5EF4-FFF2-40B4-BE49-F238E27FC236}">
                <a16:creationId xmlns:a16="http://schemas.microsoft.com/office/drawing/2014/main" id="{0CA4F383-7ED8-9708-919D-28443381E715}"/>
              </a:ext>
            </a:extLst>
          </p:cNvPr>
          <p:cNvSpPr/>
          <p:nvPr/>
        </p:nvSpPr>
        <p:spPr>
          <a:xfrm>
            <a:off x="1337589" y="1854705"/>
            <a:ext cx="1011911" cy="210440"/>
          </a:xfrm>
          <a:prstGeom prst="rect">
            <a:avLst/>
          </a:prstGeom>
          <a:solidFill>
            <a:srgbClr val="D9D9D9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189" name="Rectangle 1188">
            <a:extLst>
              <a:ext uri="{FF2B5EF4-FFF2-40B4-BE49-F238E27FC236}">
                <a16:creationId xmlns:a16="http://schemas.microsoft.com/office/drawing/2014/main" id="{11EA70D2-32BE-636F-3BDD-F30C774C8A50}"/>
              </a:ext>
            </a:extLst>
          </p:cNvPr>
          <p:cNvSpPr/>
          <p:nvPr/>
        </p:nvSpPr>
        <p:spPr>
          <a:xfrm>
            <a:off x="7035807" y="1854705"/>
            <a:ext cx="1033079" cy="210440"/>
          </a:xfrm>
          <a:prstGeom prst="rect">
            <a:avLst/>
          </a:prstGeom>
          <a:solidFill>
            <a:srgbClr val="D9D9D9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grpSp>
        <p:nvGrpSpPr>
          <p:cNvPr id="1181" name="Group 1180">
            <a:extLst>
              <a:ext uri="{FF2B5EF4-FFF2-40B4-BE49-F238E27FC236}">
                <a16:creationId xmlns:a16="http://schemas.microsoft.com/office/drawing/2014/main" id="{A4AFD22B-AD8D-3962-F1F8-76E08F05E146}"/>
              </a:ext>
            </a:extLst>
          </p:cNvPr>
          <p:cNvGrpSpPr/>
          <p:nvPr/>
        </p:nvGrpSpPr>
        <p:grpSpPr>
          <a:xfrm>
            <a:off x="7252540" y="857690"/>
            <a:ext cx="1883832" cy="963895"/>
            <a:chOff x="8871790" y="2200715"/>
            <a:chExt cx="1883832" cy="963895"/>
          </a:xfrm>
          <a:solidFill>
            <a:srgbClr val="000000"/>
          </a:solidFill>
        </p:grpSpPr>
        <p:sp>
          <p:nvSpPr>
            <p:cNvPr id="1201" name="Rectangle 1200">
              <a:extLst>
                <a:ext uri="{FF2B5EF4-FFF2-40B4-BE49-F238E27FC236}">
                  <a16:creationId xmlns:a16="http://schemas.microsoft.com/office/drawing/2014/main" id="{DB797BE9-A8E3-484B-AC01-98A7E02D819E}"/>
                </a:ext>
              </a:extLst>
            </p:cNvPr>
            <p:cNvSpPr/>
            <p:nvPr/>
          </p:nvSpPr>
          <p:spPr>
            <a:xfrm flipH="1">
              <a:off x="8871790" y="2884916"/>
              <a:ext cx="1033079" cy="279694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202" name="Rectangle 1201">
              <a:extLst>
                <a:ext uri="{FF2B5EF4-FFF2-40B4-BE49-F238E27FC236}">
                  <a16:creationId xmlns:a16="http://schemas.microsoft.com/office/drawing/2014/main" id="{DDE43F5D-2493-F4D7-7FF5-AD3934474F75}"/>
                </a:ext>
              </a:extLst>
            </p:cNvPr>
            <p:cNvSpPr/>
            <p:nvPr/>
          </p:nvSpPr>
          <p:spPr>
            <a:xfrm flipH="1">
              <a:off x="9082086" y="2200715"/>
              <a:ext cx="1673536" cy="277918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203" name="Rectangle 1202">
              <a:extLst>
                <a:ext uri="{FF2B5EF4-FFF2-40B4-BE49-F238E27FC236}">
                  <a16:creationId xmlns:a16="http://schemas.microsoft.com/office/drawing/2014/main" id="{1D0B68DB-7678-3D57-3C68-7054205E5A3F}"/>
                </a:ext>
              </a:extLst>
            </p:cNvPr>
            <p:cNvSpPr/>
            <p:nvPr/>
          </p:nvSpPr>
          <p:spPr>
            <a:xfrm flipH="1">
              <a:off x="9082086" y="2552650"/>
              <a:ext cx="1319861" cy="277918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 dirty="0"/>
            </a:p>
          </p:txBody>
        </p:sp>
        <p:sp>
          <p:nvSpPr>
            <p:cNvPr id="1206" name="Right Triangle 1205">
              <a:extLst>
                <a:ext uri="{FF2B5EF4-FFF2-40B4-BE49-F238E27FC236}">
                  <a16:creationId xmlns:a16="http://schemas.microsoft.com/office/drawing/2014/main" id="{962A14B6-683C-A1D2-39C2-DB54FBBF3A89}"/>
                </a:ext>
              </a:extLst>
            </p:cNvPr>
            <p:cNvSpPr/>
            <p:nvPr/>
          </p:nvSpPr>
          <p:spPr>
            <a:xfrm rot="10800000" flipH="1">
              <a:off x="9896034" y="2884919"/>
              <a:ext cx="342149" cy="279691"/>
            </a:xfrm>
            <a:prstGeom prst="rtTriangle">
              <a:avLst/>
            </a:prstGeom>
            <a:grp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</p:grpSp>
      <p:grpSp>
        <p:nvGrpSpPr>
          <p:cNvPr id="1182" name="Group 1181">
            <a:extLst>
              <a:ext uri="{FF2B5EF4-FFF2-40B4-BE49-F238E27FC236}">
                <a16:creationId xmlns:a16="http://schemas.microsoft.com/office/drawing/2014/main" id="{72218F27-3A08-E15D-DD86-D097D644A5CC}"/>
              </a:ext>
            </a:extLst>
          </p:cNvPr>
          <p:cNvGrpSpPr/>
          <p:nvPr/>
        </p:nvGrpSpPr>
        <p:grpSpPr>
          <a:xfrm>
            <a:off x="69467" y="857690"/>
            <a:ext cx="2188548" cy="974848"/>
            <a:chOff x="1688717" y="2200715"/>
            <a:chExt cx="2188548" cy="974848"/>
          </a:xfrm>
          <a:solidFill>
            <a:srgbClr val="000000"/>
          </a:solidFill>
        </p:grpSpPr>
        <p:sp>
          <p:nvSpPr>
            <p:cNvPr id="1194" name="Rectangle 1193">
              <a:extLst>
                <a:ext uri="{FF2B5EF4-FFF2-40B4-BE49-F238E27FC236}">
                  <a16:creationId xmlns:a16="http://schemas.microsoft.com/office/drawing/2014/main" id="{F2DDC64B-4C4A-5B4E-6B15-02AFFDDC249B}"/>
                </a:ext>
              </a:extLst>
            </p:cNvPr>
            <p:cNvSpPr/>
            <p:nvPr/>
          </p:nvSpPr>
          <p:spPr>
            <a:xfrm>
              <a:off x="1688717" y="2200715"/>
              <a:ext cx="1797769" cy="277918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 dirty="0"/>
            </a:p>
          </p:txBody>
        </p:sp>
        <p:sp>
          <p:nvSpPr>
            <p:cNvPr id="1195" name="Rectangle 1194">
              <a:extLst>
                <a:ext uri="{FF2B5EF4-FFF2-40B4-BE49-F238E27FC236}">
                  <a16:creationId xmlns:a16="http://schemas.microsoft.com/office/drawing/2014/main" id="{D7F9EBDE-82D1-3039-4207-14FFAA35E496}"/>
                </a:ext>
              </a:extLst>
            </p:cNvPr>
            <p:cNvSpPr/>
            <p:nvPr/>
          </p:nvSpPr>
          <p:spPr>
            <a:xfrm>
              <a:off x="2228851" y="2552650"/>
              <a:ext cx="1257636" cy="277918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grpSp>
          <p:nvGrpSpPr>
            <p:cNvPr id="1193" name="Group 1192">
              <a:extLst>
                <a:ext uri="{FF2B5EF4-FFF2-40B4-BE49-F238E27FC236}">
                  <a16:creationId xmlns:a16="http://schemas.microsoft.com/office/drawing/2014/main" id="{8164D37D-36C9-E85B-3919-83D9C9A25E36}"/>
                </a:ext>
              </a:extLst>
            </p:cNvPr>
            <p:cNvGrpSpPr/>
            <p:nvPr/>
          </p:nvGrpSpPr>
          <p:grpSpPr>
            <a:xfrm>
              <a:off x="2421488" y="2895869"/>
              <a:ext cx="1455777" cy="279694"/>
              <a:chOff x="2322326" y="2274073"/>
              <a:chExt cx="1627843" cy="333955"/>
            </a:xfrm>
            <a:grpFill/>
          </p:grpSpPr>
          <p:sp>
            <p:nvSpPr>
              <p:cNvPr id="1200" name="Rectangle 1199">
                <a:extLst>
                  <a:ext uri="{FF2B5EF4-FFF2-40B4-BE49-F238E27FC236}">
                    <a16:creationId xmlns:a16="http://schemas.microsoft.com/office/drawing/2014/main" id="{0901B0F8-D618-A46B-094C-8518EE7F5036}"/>
                  </a:ext>
                </a:extLst>
              </p:cNvPr>
              <p:cNvSpPr/>
              <p:nvPr/>
            </p:nvSpPr>
            <p:spPr>
              <a:xfrm>
                <a:off x="2727325" y="2274073"/>
                <a:ext cx="1222844" cy="333955"/>
              </a:xfrm>
              <a:prstGeom prst="rect">
                <a:avLst/>
              </a:prstGeom>
              <a:solidFill>
                <a:srgbClr val="D9D9D9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NL" dirty="0"/>
              </a:p>
            </p:txBody>
          </p:sp>
          <p:sp>
            <p:nvSpPr>
              <p:cNvPr id="1199" name="Right Triangle 1198">
                <a:extLst>
                  <a:ext uri="{FF2B5EF4-FFF2-40B4-BE49-F238E27FC236}">
                    <a16:creationId xmlns:a16="http://schemas.microsoft.com/office/drawing/2014/main" id="{D8F71B06-2DCB-4F83-BEA8-811AF4896C9A}"/>
                  </a:ext>
                </a:extLst>
              </p:cNvPr>
              <p:cNvSpPr/>
              <p:nvPr/>
            </p:nvSpPr>
            <p:spPr>
              <a:xfrm rot="10800000">
                <a:off x="2322326" y="2274076"/>
                <a:ext cx="404998" cy="333952"/>
              </a:xfrm>
              <a:prstGeom prst="rtTriangle">
                <a:avLst/>
              </a:prstGeom>
              <a:grpFill/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NL"/>
              </a:p>
            </p:txBody>
          </p:sp>
        </p:grpSp>
      </p:grpSp>
      <p:sp>
        <p:nvSpPr>
          <p:cNvPr id="1183" name="TextBox 1182">
            <a:extLst>
              <a:ext uri="{FF2B5EF4-FFF2-40B4-BE49-F238E27FC236}">
                <a16:creationId xmlns:a16="http://schemas.microsoft.com/office/drawing/2014/main" id="{E9EDD036-B5FF-AB78-91E4-ECA38B0D93CE}"/>
              </a:ext>
            </a:extLst>
          </p:cNvPr>
          <p:cNvSpPr txBox="1"/>
          <p:nvPr/>
        </p:nvSpPr>
        <p:spPr>
          <a:xfrm>
            <a:off x="1867236" y="-155704"/>
            <a:ext cx="5801588" cy="2323713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r>
              <a:rPr lang="en-US" sz="14300" b="1" dirty="0">
                <a:solidFill>
                  <a:schemeClr val="bg1">
                    <a:lumMod val="85000"/>
                  </a:schemeClr>
                </a:solidFill>
                <a:latin typeface="Haettenschweiler" panose="020B0706040902060204" pitchFamily="34" charset="0"/>
              </a:rPr>
              <a:t>SKYWALK</a:t>
            </a:r>
            <a:endParaRPr lang="nl-NL" sz="14300" b="1" dirty="0">
              <a:solidFill>
                <a:schemeClr val="bg1">
                  <a:lumMod val="85000"/>
                </a:schemeClr>
              </a:solidFill>
              <a:latin typeface="Haettenschweiler" panose="020B0706040902060204" pitchFamily="34" charset="0"/>
            </a:endParaRPr>
          </a:p>
        </p:txBody>
      </p:sp>
      <p:sp>
        <p:nvSpPr>
          <p:cNvPr id="1184" name="Rectangle 1183">
            <a:extLst>
              <a:ext uri="{FF2B5EF4-FFF2-40B4-BE49-F238E27FC236}">
                <a16:creationId xmlns:a16="http://schemas.microsoft.com/office/drawing/2014/main" id="{A6383564-DB10-32D2-F26A-4066023D2C9E}"/>
              </a:ext>
            </a:extLst>
          </p:cNvPr>
          <p:cNvSpPr/>
          <p:nvPr/>
        </p:nvSpPr>
        <p:spPr>
          <a:xfrm>
            <a:off x="69467" y="214184"/>
            <a:ext cx="9066905" cy="305629"/>
          </a:xfrm>
          <a:prstGeom prst="rect">
            <a:avLst/>
          </a:prstGeom>
          <a:solidFill>
            <a:srgbClr val="26273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185" name="Rectangle 1184">
            <a:extLst>
              <a:ext uri="{FF2B5EF4-FFF2-40B4-BE49-F238E27FC236}">
                <a16:creationId xmlns:a16="http://schemas.microsoft.com/office/drawing/2014/main" id="{DADBE775-6D95-80FD-80B4-2BB863A44055}"/>
              </a:ext>
            </a:extLst>
          </p:cNvPr>
          <p:cNvSpPr/>
          <p:nvPr/>
        </p:nvSpPr>
        <p:spPr>
          <a:xfrm>
            <a:off x="1352550" y="1801274"/>
            <a:ext cx="7849034" cy="87167"/>
          </a:xfrm>
          <a:prstGeom prst="rect">
            <a:avLst/>
          </a:prstGeom>
          <a:solidFill>
            <a:srgbClr val="26273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188" name="Right Triangle 1187">
            <a:extLst>
              <a:ext uri="{FF2B5EF4-FFF2-40B4-BE49-F238E27FC236}">
                <a16:creationId xmlns:a16="http://schemas.microsoft.com/office/drawing/2014/main" id="{9F189F23-207D-034C-516D-693673DD62FC}"/>
              </a:ext>
            </a:extLst>
          </p:cNvPr>
          <p:cNvSpPr/>
          <p:nvPr/>
        </p:nvSpPr>
        <p:spPr>
          <a:xfrm>
            <a:off x="69468" y="704191"/>
            <a:ext cx="2368547" cy="1882941"/>
          </a:xfrm>
          <a:prstGeom prst="rtTriangle">
            <a:avLst/>
          </a:prstGeom>
          <a:solidFill>
            <a:srgbClr val="26273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190" name="Right Triangle 1189">
            <a:extLst>
              <a:ext uri="{FF2B5EF4-FFF2-40B4-BE49-F238E27FC236}">
                <a16:creationId xmlns:a16="http://schemas.microsoft.com/office/drawing/2014/main" id="{5C80CDE8-DB37-EAE9-8FC6-538A97D9B9D4}"/>
              </a:ext>
            </a:extLst>
          </p:cNvPr>
          <p:cNvSpPr/>
          <p:nvPr/>
        </p:nvSpPr>
        <p:spPr>
          <a:xfrm flipH="1">
            <a:off x="7003020" y="704190"/>
            <a:ext cx="2283854" cy="1882941"/>
          </a:xfrm>
          <a:prstGeom prst="rtTriangle">
            <a:avLst/>
          </a:prstGeom>
          <a:solidFill>
            <a:srgbClr val="26273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5" name="Right Triangle 4">
            <a:extLst>
              <a:ext uri="{FF2B5EF4-FFF2-40B4-BE49-F238E27FC236}">
                <a16:creationId xmlns:a16="http://schemas.microsoft.com/office/drawing/2014/main" id="{DFA2905B-7584-6A3C-B63C-228C85FC19C4}"/>
              </a:ext>
            </a:extLst>
          </p:cNvPr>
          <p:cNvSpPr/>
          <p:nvPr/>
        </p:nvSpPr>
        <p:spPr>
          <a:xfrm rot="5400000" flipH="1">
            <a:off x="8807500" y="490939"/>
            <a:ext cx="277923" cy="335671"/>
          </a:xfrm>
          <a:prstGeom prst="rtTriangl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2C9B310-1A8A-1494-C6D5-DE0DC18691E7}"/>
              </a:ext>
            </a:extLst>
          </p:cNvPr>
          <p:cNvSpPr/>
          <p:nvPr/>
        </p:nvSpPr>
        <p:spPr>
          <a:xfrm>
            <a:off x="3462338" y="1885503"/>
            <a:ext cx="2589673" cy="18288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33F4441-F9A0-6AF3-008C-B4C4C969F685}"/>
              </a:ext>
            </a:extLst>
          </p:cNvPr>
          <p:cNvSpPr/>
          <p:nvPr/>
        </p:nvSpPr>
        <p:spPr>
          <a:xfrm>
            <a:off x="4143375" y="2099239"/>
            <a:ext cx="1190625" cy="146278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9" name="Right Triangle 8">
            <a:extLst>
              <a:ext uri="{FF2B5EF4-FFF2-40B4-BE49-F238E27FC236}">
                <a16:creationId xmlns:a16="http://schemas.microsoft.com/office/drawing/2014/main" id="{462E17D1-FCD7-E9F0-4E0D-DD9E9B701E8D}"/>
              </a:ext>
            </a:extLst>
          </p:cNvPr>
          <p:cNvSpPr>
            <a:spLocks noChangeAspect="1"/>
          </p:cNvSpPr>
          <p:nvPr/>
        </p:nvSpPr>
        <p:spPr>
          <a:xfrm flipH="1">
            <a:off x="5652105" y="1856989"/>
            <a:ext cx="438530" cy="361550"/>
          </a:xfrm>
          <a:prstGeom prst="rtTriangle">
            <a:avLst/>
          </a:prstGeom>
          <a:solidFill>
            <a:srgbClr val="26273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2" name="Right Triangle 11">
            <a:extLst>
              <a:ext uri="{FF2B5EF4-FFF2-40B4-BE49-F238E27FC236}">
                <a16:creationId xmlns:a16="http://schemas.microsoft.com/office/drawing/2014/main" id="{F01264A4-5271-A758-582A-716429C36384}"/>
              </a:ext>
            </a:extLst>
          </p:cNvPr>
          <p:cNvSpPr>
            <a:spLocks noChangeAspect="1"/>
          </p:cNvSpPr>
          <p:nvPr/>
        </p:nvSpPr>
        <p:spPr>
          <a:xfrm flipH="1">
            <a:off x="4907831" y="2091508"/>
            <a:ext cx="438530" cy="361550"/>
          </a:xfrm>
          <a:prstGeom prst="rtTriangle">
            <a:avLst/>
          </a:prstGeom>
          <a:solidFill>
            <a:srgbClr val="26273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3" name="Right Triangle 12">
            <a:extLst>
              <a:ext uri="{FF2B5EF4-FFF2-40B4-BE49-F238E27FC236}">
                <a16:creationId xmlns:a16="http://schemas.microsoft.com/office/drawing/2014/main" id="{3B8B99A0-DCD8-6C47-A83A-2C0AE3586E06}"/>
              </a:ext>
            </a:extLst>
          </p:cNvPr>
          <p:cNvSpPr>
            <a:spLocks noChangeAspect="1"/>
          </p:cNvSpPr>
          <p:nvPr/>
        </p:nvSpPr>
        <p:spPr>
          <a:xfrm>
            <a:off x="3417708" y="1845359"/>
            <a:ext cx="438912" cy="365760"/>
          </a:xfrm>
          <a:prstGeom prst="rtTriangle">
            <a:avLst/>
          </a:prstGeom>
          <a:solidFill>
            <a:srgbClr val="26273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4" name="Right Triangle 13">
            <a:extLst>
              <a:ext uri="{FF2B5EF4-FFF2-40B4-BE49-F238E27FC236}">
                <a16:creationId xmlns:a16="http://schemas.microsoft.com/office/drawing/2014/main" id="{F7E61748-83B3-5328-AA35-CD6ABA01CBFE}"/>
              </a:ext>
            </a:extLst>
          </p:cNvPr>
          <p:cNvSpPr>
            <a:spLocks noChangeAspect="1"/>
          </p:cNvSpPr>
          <p:nvPr/>
        </p:nvSpPr>
        <p:spPr>
          <a:xfrm>
            <a:off x="4128964" y="2084641"/>
            <a:ext cx="438912" cy="365760"/>
          </a:xfrm>
          <a:prstGeom prst="rtTriangle">
            <a:avLst/>
          </a:prstGeom>
          <a:solidFill>
            <a:srgbClr val="26273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5" name="Star: 5 Points 14">
            <a:extLst>
              <a:ext uri="{FF2B5EF4-FFF2-40B4-BE49-F238E27FC236}">
                <a16:creationId xmlns:a16="http://schemas.microsoft.com/office/drawing/2014/main" id="{D0CDE287-A08C-B443-8DFB-D7D30F84F382}"/>
              </a:ext>
            </a:extLst>
          </p:cNvPr>
          <p:cNvSpPr/>
          <p:nvPr/>
        </p:nvSpPr>
        <p:spPr>
          <a:xfrm>
            <a:off x="4431504" y="1888466"/>
            <a:ext cx="652463" cy="582284"/>
          </a:xfrm>
          <a:prstGeom prst="star5">
            <a:avLst/>
          </a:prstGeom>
          <a:solidFill>
            <a:srgbClr val="262730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8856154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1BD9F6-DFFA-D928-93BF-A946B01841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BDAB3F0C-4163-46C4-8182-37082CB1C614}"/>
              </a:ext>
            </a:extLst>
          </p:cNvPr>
          <p:cNvSpPr/>
          <p:nvPr/>
        </p:nvSpPr>
        <p:spPr>
          <a:xfrm>
            <a:off x="0" y="0"/>
            <a:ext cx="9601200" cy="2743200"/>
          </a:xfrm>
          <a:prstGeom prst="rect">
            <a:avLst/>
          </a:prstGeom>
          <a:solidFill>
            <a:srgbClr val="26273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7" name="Right Triangle 6">
            <a:extLst>
              <a:ext uri="{FF2B5EF4-FFF2-40B4-BE49-F238E27FC236}">
                <a16:creationId xmlns:a16="http://schemas.microsoft.com/office/drawing/2014/main" id="{D9E5B5BB-B5D8-04C7-F77F-00D77ECE49C6}"/>
              </a:ext>
            </a:extLst>
          </p:cNvPr>
          <p:cNvSpPr/>
          <p:nvPr/>
        </p:nvSpPr>
        <p:spPr>
          <a:xfrm rot="16200000">
            <a:off x="183115" y="516225"/>
            <a:ext cx="277916" cy="285104"/>
          </a:xfrm>
          <a:prstGeom prst="rtTriangl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F0BF513-E61E-AD0D-7435-173D3DA61EFC}"/>
              </a:ext>
            </a:extLst>
          </p:cNvPr>
          <p:cNvSpPr/>
          <p:nvPr/>
        </p:nvSpPr>
        <p:spPr>
          <a:xfrm flipH="1">
            <a:off x="3754399" y="519817"/>
            <a:ext cx="1343206" cy="277918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C57EE52-A987-F89B-4173-5223F570DA7B}"/>
              </a:ext>
            </a:extLst>
          </p:cNvPr>
          <p:cNvSpPr/>
          <p:nvPr/>
        </p:nvSpPr>
        <p:spPr>
          <a:xfrm>
            <a:off x="464625" y="519817"/>
            <a:ext cx="1723629" cy="277918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187" name="Rectangle 1186">
            <a:extLst>
              <a:ext uri="{FF2B5EF4-FFF2-40B4-BE49-F238E27FC236}">
                <a16:creationId xmlns:a16="http://schemas.microsoft.com/office/drawing/2014/main" id="{4C91704D-8C66-BD3C-37E1-45E56A240CBA}"/>
              </a:ext>
            </a:extLst>
          </p:cNvPr>
          <p:cNvSpPr/>
          <p:nvPr/>
        </p:nvSpPr>
        <p:spPr>
          <a:xfrm>
            <a:off x="1337589" y="1854705"/>
            <a:ext cx="1011911" cy="210440"/>
          </a:xfrm>
          <a:prstGeom prst="rect">
            <a:avLst/>
          </a:prstGeom>
          <a:solidFill>
            <a:srgbClr val="D9D9D9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189" name="Rectangle 1188">
            <a:extLst>
              <a:ext uri="{FF2B5EF4-FFF2-40B4-BE49-F238E27FC236}">
                <a16:creationId xmlns:a16="http://schemas.microsoft.com/office/drawing/2014/main" id="{3031204B-A753-5EAF-5177-47DD9452985D}"/>
              </a:ext>
            </a:extLst>
          </p:cNvPr>
          <p:cNvSpPr/>
          <p:nvPr/>
        </p:nvSpPr>
        <p:spPr>
          <a:xfrm>
            <a:off x="3275072" y="1854705"/>
            <a:ext cx="1033079" cy="210440"/>
          </a:xfrm>
          <a:prstGeom prst="rect">
            <a:avLst/>
          </a:prstGeom>
          <a:solidFill>
            <a:srgbClr val="D9D9D9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grpSp>
        <p:nvGrpSpPr>
          <p:cNvPr id="1181" name="Group 1180">
            <a:extLst>
              <a:ext uri="{FF2B5EF4-FFF2-40B4-BE49-F238E27FC236}">
                <a16:creationId xmlns:a16="http://schemas.microsoft.com/office/drawing/2014/main" id="{322653EB-6C35-F430-198A-7592432E3277}"/>
              </a:ext>
            </a:extLst>
          </p:cNvPr>
          <p:cNvGrpSpPr/>
          <p:nvPr/>
        </p:nvGrpSpPr>
        <p:grpSpPr>
          <a:xfrm>
            <a:off x="3627793" y="857690"/>
            <a:ext cx="1883832" cy="963895"/>
            <a:chOff x="8871790" y="2200715"/>
            <a:chExt cx="1883832" cy="963895"/>
          </a:xfrm>
          <a:solidFill>
            <a:srgbClr val="000000"/>
          </a:solidFill>
        </p:grpSpPr>
        <p:sp>
          <p:nvSpPr>
            <p:cNvPr id="1201" name="Rectangle 1200">
              <a:extLst>
                <a:ext uri="{FF2B5EF4-FFF2-40B4-BE49-F238E27FC236}">
                  <a16:creationId xmlns:a16="http://schemas.microsoft.com/office/drawing/2014/main" id="{14552374-75B4-A035-FE83-6C832979C921}"/>
                </a:ext>
              </a:extLst>
            </p:cNvPr>
            <p:cNvSpPr/>
            <p:nvPr/>
          </p:nvSpPr>
          <p:spPr>
            <a:xfrm flipH="1">
              <a:off x="8871790" y="2884916"/>
              <a:ext cx="1033079" cy="279694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202" name="Rectangle 1201">
              <a:extLst>
                <a:ext uri="{FF2B5EF4-FFF2-40B4-BE49-F238E27FC236}">
                  <a16:creationId xmlns:a16="http://schemas.microsoft.com/office/drawing/2014/main" id="{D8E3B379-026F-684D-8FC1-1CA73D46FA43}"/>
                </a:ext>
              </a:extLst>
            </p:cNvPr>
            <p:cNvSpPr/>
            <p:nvPr/>
          </p:nvSpPr>
          <p:spPr>
            <a:xfrm flipH="1">
              <a:off x="9082086" y="2200715"/>
              <a:ext cx="1673536" cy="277918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203" name="Rectangle 1202">
              <a:extLst>
                <a:ext uri="{FF2B5EF4-FFF2-40B4-BE49-F238E27FC236}">
                  <a16:creationId xmlns:a16="http://schemas.microsoft.com/office/drawing/2014/main" id="{0410C6A7-78D3-32DD-3EB8-EBB96FF65556}"/>
                </a:ext>
              </a:extLst>
            </p:cNvPr>
            <p:cNvSpPr/>
            <p:nvPr/>
          </p:nvSpPr>
          <p:spPr>
            <a:xfrm flipH="1">
              <a:off x="9082086" y="2552650"/>
              <a:ext cx="1319861" cy="277918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 dirty="0"/>
            </a:p>
          </p:txBody>
        </p:sp>
        <p:sp>
          <p:nvSpPr>
            <p:cNvPr id="1206" name="Right Triangle 1205">
              <a:extLst>
                <a:ext uri="{FF2B5EF4-FFF2-40B4-BE49-F238E27FC236}">
                  <a16:creationId xmlns:a16="http://schemas.microsoft.com/office/drawing/2014/main" id="{21324F2C-05D0-B55F-DE35-6846B8F5A6B6}"/>
                </a:ext>
              </a:extLst>
            </p:cNvPr>
            <p:cNvSpPr/>
            <p:nvPr/>
          </p:nvSpPr>
          <p:spPr>
            <a:xfrm rot="10800000" flipH="1">
              <a:off x="9896034" y="2884919"/>
              <a:ext cx="342149" cy="279691"/>
            </a:xfrm>
            <a:prstGeom prst="rtTriangle">
              <a:avLst/>
            </a:prstGeom>
            <a:grp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</p:grpSp>
      <p:grpSp>
        <p:nvGrpSpPr>
          <p:cNvPr id="1182" name="Group 1181">
            <a:extLst>
              <a:ext uri="{FF2B5EF4-FFF2-40B4-BE49-F238E27FC236}">
                <a16:creationId xmlns:a16="http://schemas.microsoft.com/office/drawing/2014/main" id="{8B958F2B-1502-0492-56AD-FC89A842789E}"/>
              </a:ext>
            </a:extLst>
          </p:cNvPr>
          <p:cNvGrpSpPr/>
          <p:nvPr/>
        </p:nvGrpSpPr>
        <p:grpSpPr>
          <a:xfrm>
            <a:off x="69467" y="857690"/>
            <a:ext cx="2188548" cy="974848"/>
            <a:chOff x="1688717" y="2200715"/>
            <a:chExt cx="2188548" cy="974848"/>
          </a:xfrm>
          <a:solidFill>
            <a:srgbClr val="000000"/>
          </a:solidFill>
        </p:grpSpPr>
        <p:sp>
          <p:nvSpPr>
            <p:cNvPr id="1194" name="Rectangle 1193">
              <a:extLst>
                <a:ext uri="{FF2B5EF4-FFF2-40B4-BE49-F238E27FC236}">
                  <a16:creationId xmlns:a16="http://schemas.microsoft.com/office/drawing/2014/main" id="{B369EC5E-4244-F103-A7E9-939B8D036D46}"/>
                </a:ext>
              </a:extLst>
            </p:cNvPr>
            <p:cNvSpPr/>
            <p:nvPr/>
          </p:nvSpPr>
          <p:spPr>
            <a:xfrm>
              <a:off x="1688717" y="2200715"/>
              <a:ext cx="1797769" cy="277918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 dirty="0"/>
            </a:p>
          </p:txBody>
        </p:sp>
        <p:sp>
          <p:nvSpPr>
            <p:cNvPr id="1195" name="Rectangle 1194">
              <a:extLst>
                <a:ext uri="{FF2B5EF4-FFF2-40B4-BE49-F238E27FC236}">
                  <a16:creationId xmlns:a16="http://schemas.microsoft.com/office/drawing/2014/main" id="{524E68A6-06E2-6709-D0C8-2EB467704690}"/>
                </a:ext>
              </a:extLst>
            </p:cNvPr>
            <p:cNvSpPr/>
            <p:nvPr/>
          </p:nvSpPr>
          <p:spPr>
            <a:xfrm>
              <a:off x="2228851" y="2552650"/>
              <a:ext cx="1257636" cy="277918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grpSp>
          <p:nvGrpSpPr>
            <p:cNvPr id="1193" name="Group 1192">
              <a:extLst>
                <a:ext uri="{FF2B5EF4-FFF2-40B4-BE49-F238E27FC236}">
                  <a16:creationId xmlns:a16="http://schemas.microsoft.com/office/drawing/2014/main" id="{FF70C3D4-5620-35FD-345B-087F3B5D10B8}"/>
                </a:ext>
              </a:extLst>
            </p:cNvPr>
            <p:cNvGrpSpPr/>
            <p:nvPr/>
          </p:nvGrpSpPr>
          <p:grpSpPr>
            <a:xfrm>
              <a:off x="2421488" y="2895869"/>
              <a:ext cx="1455777" cy="279694"/>
              <a:chOff x="2322326" y="2274073"/>
              <a:chExt cx="1627843" cy="333955"/>
            </a:xfrm>
            <a:grpFill/>
          </p:grpSpPr>
          <p:sp>
            <p:nvSpPr>
              <p:cNvPr id="1200" name="Rectangle 1199">
                <a:extLst>
                  <a:ext uri="{FF2B5EF4-FFF2-40B4-BE49-F238E27FC236}">
                    <a16:creationId xmlns:a16="http://schemas.microsoft.com/office/drawing/2014/main" id="{9D440181-CA10-621C-482A-A3966D5EDB22}"/>
                  </a:ext>
                </a:extLst>
              </p:cNvPr>
              <p:cNvSpPr/>
              <p:nvPr/>
            </p:nvSpPr>
            <p:spPr>
              <a:xfrm>
                <a:off x="2727325" y="2274073"/>
                <a:ext cx="1222844" cy="333955"/>
              </a:xfrm>
              <a:prstGeom prst="rect">
                <a:avLst/>
              </a:prstGeom>
              <a:solidFill>
                <a:srgbClr val="D9D9D9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NL" dirty="0"/>
              </a:p>
            </p:txBody>
          </p:sp>
          <p:sp>
            <p:nvSpPr>
              <p:cNvPr id="1199" name="Right Triangle 1198">
                <a:extLst>
                  <a:ext uri="{FF2B5EF4-FFF2-40B4-BE49-F238E27FC236}">
                    <a16:creationId xmlns:a16="http://schemas.microsoft.com/office/drawing/2014/main" id="{0CD63C23-6628-CA90-876A-63F69CAC3CA3}"/>
                  </a:ext>
                </a:extLst>
              </p:cNvPr>
              <p:cNvSpPr/>
              <p:nvPr/>
            </p:nvSpPr>
            <p:spPr>
              <a:xfrm rot="10800000">
                <a:off x="2322326" y="2274076"/>
                <a:ext cx="404998" cy="333952"/>
              </a:xfrm>
              <a:prstGeom prst="rtTriangle">
                <a:avLst/>
              </a:prstGeom>
              <a:grpFill/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NL"/>
              </a:p>
            </p:txBody>
          </p:sp>
        </p:grpSp>
      </p:grpSp>
      <p:sp>
        <p:nvSpPr>
          <p:cNvPr id="1183" name="TextBox 1182">
            <a:extLst>
              <a:ext uri="{FF2B5EF4-FFF2-40B4-BE49-F238E27FC236}">
                <a16:creationId xmlns:a16="http://schemas.microsoft.com/office/drawing/2014/main" id="{6BBDADDA-0200-CA11-F3E7-9FF97A797565}"/>
              </a:ext>
            </a:extLst>
          </p:cNvPr>
          <p:cNvSpPr txBox="1"/>
          <p:nvPr/>
        </p:nvSpPr>
        <p:spPr>
          <a:xfrm>
            <a:off x="1867236" y="-155704"/>
            <a:ext cx="2040943" cy="2292935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r>
              <a:rPr lang="en-US" sz="14300" b="1" dirty="0">
                <a:solidFill>
                  <a:schemeClr val="bg1">
                    <a:lumMod val="85000"/>
                  </a:schemeClr>
                </a:solidFill>
                <a:latin typeface="Haettenschweiler" panose="020B0706040902060204" pitchFamily="34" charset="0"/>
              </a:rPr>
              <a:t>SW</a:t>
            </a:r>
            <a:endParaRPr lang="nl-NL" sz="14300" b="1" dirty="0">
              <a:solidFill>
                <a:schemeClr val="bg1">
                  <a:lumMod val="85000"/>
                </a:schemeClr>
              </a:solidFill>
              <a:latin typeface="Haettenschweiler" panose="020B0706040902060204" pitchFamily="34" charset="0"/>
            </a:endParaRPr>
          </a:p>
        </p:txBody>
      </p:sp>
      <p:sp>
        <p:nvSpPr>
          <p:cNvPr id="1184" name="Rectangle 1183">
            <a:extLst>
              <a:ext uri="{FF2B5EF4-FFF2-40B4-BE49-F238E27FC236}">
                <a16:creationId xmlns:a16="http://schemas.microsoft.com/office/drawing/2014/main" id="{5074642E-7ADA-D94D-C9A0-5139A4CAE7CA}"/>
              </a:ext>
            </a:extLst>
          </p:cNvPr>
          <p:cNvSpPr/>
          <p:nvPr/>
        </p:nvSpPr>
        <p:spPr>
          <a:xfrm>
            <a:off x="69467" y="214184"/>
            <a:ext cx="9066905" cy="305629"/>
          </a:xfrm>
          <a:prstGeom prst="rect">
            <a:avLst/>
          </a:prstGeom>
          <a:solidFill>
            <a:srgbClr val="26273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185" name="Rectangle 1184">
            <a:extLst>
              <a:ext uri="{FF2B5EF4-FFF2-40B4-BE49-F238E27FC236}">
                <a16:creationId xmlns:a16="http://schemas.microsoft.com/office/drawing/2014/main" id="{7F4FDCBA-7CC7-DDA4-7926-32E39101E31A}"/>
              </a:ext>
            </a:extLst>
          </p:cNvPr>
          <p:cNvSpPr/>
          <p:nvPr/>
        </p:nvSpPr>
        <p:spPr>
          <a:xfrm>
            <a:off x="1352550" y="1801274"/>
            <a:ext cx="7849034" cy="87167"/>
          </a:xfrm>
          <a:prstGeom prst="rect">
            <a:avLst/>
          </a:prstGeom>
          <a:solidFill>
            <a:srgbClr val="26273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188" name="Right Triangle 1187">
            <a:extLst>
              <a:ext uri="{FF2B5EF4-FFF2-40B4-BE49-F238E27FC236}">
                <a16:creationId xmlns:a16="http://schemas.microsoft.com/office/drawing/2014/main" id="{BAE4EBD7-3154-E24D-C8B9-C9BB257590C2}"/>
              </a:ext>
            </a:extLst>
          </p:cNvPr>
          <p:cNvSpPr/>
          <p:nvPr/>
        </p:nvSpPr>
        <p:spPr>
          <a:xfrm>
            <a:off x="69468" y="704191"/>
            <a:ext cx="2368547" cy="1882941"/>
          </a:xfrm>
          <a:prstGeom prst="rtTriangle">
            <a:avLst/>
          </a:prstGeom>
          <a:solidFill>
            <a:srgbClr val="26273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190" name="Right Triangle 1189">
            <a:extLst>
              <a:ext uri="{FF2B5EF4-FFF2-40B4-BE49-F238E27FC236}">
                <a16:creationId xmlns:a16="http://schemas.microsoft.com/office/drawing/2014/main" id="{B5BE5700-9074-E2E5-EC2B-D1D0CD928B8A}"/>
              </a:ext>
            </a:extLst>
          </p:cNvPr>
          <p:cNvSpPr/>
          <p:nvPr/>
        </p:nvSpPr>
        <p:spPr>
          <a:xfrm flipH="1">
            <a:off x="3336068" y="704190"/>
            <a:ext cx="2283854" cy="1882941"/>
          </a:xfrm>
          <a:prstGeom prst="rtTriangle">
            <a:avLst/>
          </a:prstGeom>
          <a:solidFill>
            <a:srgbClr val="26273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5" name="Right Triangle 4">
            <a:extLst>
              <a:ext uri="{FF2B5EF4-FFF2-40B4-BE49-F238E27FC236}">
                <a16:creationId xmlns:a16="http://schemas.microsoft.com/office/drawing/2014/main" id="{88F9DB57-7EB8-63E4-1281-74F442DCE0E5}"/>
              </a:ext>
            </a:extLst>
          </p:cNvPr>
          <p:cNvSpPr/>
          <p:nvPr/>
        </p:nvSpPr>
        <p:spPr>
          <a:xfrm rot="5400000" flipH="1">
            <a:off x="5126479" y="490939"/>
            <a:ext cx="277923" cy="335671"/>
          </a:xfrm>
          <a:prstGeom prst="rtTriangl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8EB1FB6-9989-D123-A312-A639CCE798FB}"/>
              </a:ext>
            </a:extLst>
          </p:cNvPr>
          <p:cNvSpPr/>
          <p:nvPr/>
        </p:nvSpPr>
        <p:spPr>
          <a:xfrm>
            <a:off x="1614793" y="1885503"/>
            <a:ext cx="2589673" cy="18288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CE9517E-0536-50E7-00B4-7DE064845C47}"/>
              </a:ext>
            </a:extLst>
          </p:cNvPr>
          <p:cNvSpPr/>
          <p:nvPr/>
        </p:nvSpPr>
        <p:spPr>
          <a:xfrm>
            <a:off x="2295830" y="2099239"/>
            <a:ext cx="1190625" cy="146278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9" name="Right Triangle 8">
            <a:extLst>
              <a:ext uri="{FF2B5EF4-FFF2-40B4-BE49-F238E27FC236}">
                <a16:creationId xmlns:a16="http://schemas.microsoft.com/office/drawing/2014/main" id="{330A0560-E3E2-183B-6DAD-5CE71ACF17BA}"/>
              </a:ext>
            </a:extLst>
          </p:cNvPr>
          <p:cNvSpPr>
            <a:spLocks noChangeAspect="1"/>
          </p:cNvSpPr>
          <p:nvPr/>
        </p:nvSpPr>
        <p:spPr>
          <a:xfrm flipH="1">
            <a:off x="3804560" y="1856989"/>
            <a:ext cx="438530" cy="361550"/>
          </a:xfrm>
          <a:prstGeom prst="rtTriangle">
            <a:avLst/>
          </a:prstGeom>
          <a:solidFill>
            <a:srgbClr val="26273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2" name="Right Triangle 11">
            <a:extLst>
              <a:ext uri="{FF2B5EF4-FFF2-40B4-BE49-F238E27FC236}">
                <a16:creationId xmlns:a16="http://schemas.microsoft.com/office/drawing/2014/main" id="{AEA0E94F-5BB6-F37D-81EE-5A2761AD7F9D}"/>
              </a:ext>
            </a:extLst>
          </p:cNvPr>
          <p:cNvSpPr>
            <a:spLocks noChangeAspect="1"/>
          </p:cNvSpPr>
          <p:nvPr/>
        </p:nvSpPr>
        <p:spPr>
          <a:xfrm flipH="1">
            <a:off x="3060286" y="2091508"/>
            <a:ext cx="438530" cy="361550"/>
          </a:xfrm>
          <a:prstGeom prst="rtTriangle">
            <a:avLst/>
          </a:prstGeom>
          <a:solidFill>
            <a:srgbClr val="26273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3" name="Right Triangle 12">
            <a:extLst>
              <a:ext uri="{FF2B5EF4-FFF2-40B4-BE49-F238E27FC236}">
                <a16:creationId xmlns:a16="http://schemas.microsoft.com/office/drawing/2014/main" id="{9D702258-407C-CFA7-B66C-FCC333F010A2}"/>
              </a:ext>
            </a:extLst>
          </p:cNvPr>
          <p:cNvSpPr>
            <a:spLocks noChangeAspect="1"/>
          </p:cNvSpPr>
          <p:nvPr/>
        </p:nvSpPr>
        <p:spPr>
          <a:xfrm>
            <a:off x="1570163" y="1845359"/>
            <a:ext cx="438912" cy="365760"/>
          </a:xfrm>
          <a:prstGeom prst="rtTriangle">
            <a:avLst/>
          </a:prstGeom>
          <a:solidFill>
            <a:srgbClr val="26273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4" name="Right Triangle 13">
            <a:extLst>
              <a:ext uri="{FF2B5EF4-FFF2-40B4-BE49-F238E27FC236}">
                <a16:creationId xmlns:a16="http://schemas.microsoft.com/office/drawing/2014/main" id="{F2053032-A287-AB1C-8647-E90A2A1A88BF}"/>
              </a:ext>
            </a:extLst>
          </p:cNvPr>
          <p:cNvSpPr>
            <a:spLocks noChangeAspect="1"/>
          </p:cNvSpPr>
          <p:nvPr/>
        </p:nvSpPr>
        <p:spPr>
          <a:xfrm>
            <a:off x="2281419" y="2084641"/>
            <a:ext cx="438912" cy="365760"/>
          </a:xfrm>
          <a:prstGeom prst="rtTriangle">
            <a:avLst/>
          </a:prstGeom>
          <a:solidFill>
            <a:srgbClr val="26273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5" name="Star: 5 Points 14">
            <a:extLst>
              <a:ext uri="{FF2B5EF4-FFF2-40B4-BE49-F238E27FC236}">
                <a16:creationId xmlns:a16="http://schemas.microsoft.com/office/drawing/2014/main" id="{6BDE2DD6-A327-53BD-75C0-A02CECEF6114}"/>
              </a:ext>
            </a:extLst>
          </p:cNvPr>
          <p:cNvSpPr/>
          <p:nvPr/>
        </p:nvSpPr>
        <p:spPr>
          <a:xfrm>
            <a:off x="2583959" y="1888466"/>
            <a:ext cx="652463" cy="582284"/>
          </a:xfrm>
          <a:prstGeom prst="star5">
            <a:avLst/>
          </a:prstGeom>
          <a:solidFill>
            <a:srgbClr val="262730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5281811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</TotalTime>
  <Words>5</Words>
  <Application>Microsoft Office PowerPoint</Application>
  <PresentationFormat>Custom</PresentationFormat>
  <Paragraphs>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Aptos</vt:lpstr>
      <vt:lpstr>Aptos Display</vt:lpstr>
      <vt:lpstr>Arial</vt:lpstr>
      <vt:lpstr>Haettenschweiler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Erdogan Taskesen</dc:creator>
  <cp:lastModifiedBy>E T</cp:lastModifiedBy>
  <cp:revision>14</cp:revision>
  <dcterms:created xsi:type="dcterms:W3CDTF">2024-07-06T10:39:37Z</dcterms:created>
  <dcterms:modified xsi:type="dcterms:W3CDTF">2025-08-25T11:26:36Z</dcterms:modified>
</cp:coreProperties>
</file>